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850" r:id="rId3"/>
    <p:sldId id="877" r:id="rId5"/>
    <p:sldId id="838" r:id="rId6"/>
    <p:sldId id="836" r:id="rId7"/>
    <p:sldId id="855" r:id="rId8"/>
    <p:sldId id="853" r:id="rId9"/>
    <p:sldId id="901" r:id="rId10"/>
    <p:sldId id="967" r:id="rId11"/>
    <p:sldId id="921" r:id="rId12"/>
    <p:sldId id="935" r:id="rId13"/>
    <p:sldId id="959" r:id="rId14"/>
    <p:sldId id="948" r:id="rId15"/>
    <p:sldId id="964" r:id="rId16"/>
    <p:sldId id="867" r:id="rId17"/>
    <p:sldId id="875" r:id="rId18"/>
  </p:sldIdLst>
  <p:sldSz cx="12192000" cy="6858000"/>
  <p:notesSz cx="7103745" cy="10234295"/>
  <p:custDataLst>
    <p:tags r:id="rId2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omas Zeng" initials="T" lastIdx="2" clrIdx="0"/>
  <p:cmAuthor id="0" name="李娟" initials="l" lastIdx="7" clrIdx="0"/>
  <p:cmAuthor id="558" name="未知用户337" initials="未" lastIdx="0" clrIdx="0"/>
  <p:cmAuthor id="2" name="刘云轩" initials="刘" lastIdx="1" clrIdx="0"/>
  <p:cmAuthor id="559" name="未知用户336" initials="未" lastIdx="1" clrIdx="0"/>
  <p:cmAuthor id="3" name="lijing304" initials="" lastIdx="1" clrIdx="1"/>
  <p:cmAuthor id="560" name="未知用户318" initials="未" lastIdx="1" clrIdx="1"/>
  <p:cmAuthor id="4" name="微软用户" initials="微" lastIdx="0" clrIdx="0"/>
  <p:cmAuthor id="5" name="lenovo" initials="l" lastIdx="1" clrIdx="0"/>
  <p:cmAuthor id="562" name="未知用户320" initials="未" lastIdx="3" clrIdx="0"/>
  <p:cmAuthor id="6" name="changxl" initials="c" lastIdx="14" clrIdx="5"/>
  <p:cmAuthor id="7" name="Administrator" initials="A" lastIdx="6" clrIdx="6"/>
  <p:cmAuthor id="564" name="未知用户322" initials="未" lastIdx="0" clrIdx="0"/>
  <p:cmAuthor id="8" name="daiyi06" initials="d" lastIdx="0" clrIdx="2"/>
  <p:cmAuthor id="565" name="未知用户323" initials="未" lastIdx="9" clrIdx="0"/>
  <p:cmAuthor id="9" name="董晔" initials="董" lastIdx="9" clrIdx="0"/>
  <p:cmAuthor id="566" name="未知用户287" initials="未" lastIdx="1" clrIdx="0"/>
  <p:cmAuthor id="10" name="1006319834@qq.com" initials="1" lastIdx="0" clrIdx="3"/>
  <p:cmAuthor id="567" name="未知用户324" initials="未" lastIdx="1" clrIdx="0"/>
  <p:cmAuthor id="11" name="锦翔 马" initials="锦翔" lastIdx="1" clrIdx="7"/>
  <p:cmAuthor id="568" name="未知用户325" initials="未" lastIdx="2" clrIdx="0"/>
  <p:cmAuthor id="12" name="Admin" initials="A" lastIdx="0" clrIdx="0"/>
  <p:cmAuthor id="569" name="未知用户290" initials="未" lastIdx="1" clrIdx="0"/>
  <p:cmAuthor id="13" name="chivas d" initials="c" lastIdx="11" clrIdx="0"/>
  <p:cmAuthor id="570" name="未知用户291" initials="未" lastIdx="1" clrIdx="0"/>
  <p:cmAuthor id="14" name="CommUser" initials="C" lastIdx="4" clrIdx="0"/>
  <p:cmAuthor id="571" name="未知用户292" initials="未" lastIdx="0" clrIdx="0"/>
  <p:cmAuthor id="15" name="tkuser" initials="t" lastIdx="1" clrIdx="0"/>
  <p:cmAuthor id="572" name="未知用户293" initials="未" lastIdx="1" clrIdx="0"/>
  <p:cmAuthor id="16" name="未知用户5" initials="未" lastIdx="1" clrIdx="0"/>
  <p:cmAuthor id="573" name="未知用户294" initials="未" lastIdx="1" clrIdx="1"/>
  <p:cmAuthor id="17" name="杨迟" initials="杨" lastIdx="11" clrIdx="0"/>
  <p:cmAuthor id="574" name="未知用户295" initials="未" lastIdx="1" clrIdx="0"/>
  <p:cmAuthor id="18" name="tplife" initials="t" lastIdx="2" clrIdx="0"/>
  <p:cmAuthor id="575" name="未知用户326" initials="未" lastIdx="1" clrIdx="0"/>
  <p:cmAuthor id="19" name="yo yo" initials="y" lastIdx="1" clrIdx="4"/>
  <p:cmAuthor id="576" name="未知用户327" initials="未" lastIdx="2" clrIdx="0"/>
  <p:cmAuthor id="20" name="孟 昕" initials="孟" lastIdx="1" clrIdx="18"/>
  <p:cmAuthor id="577" name="未知用户328" initials="未" lastIdx="2" clrIdx="0"/>
  <p:cmAuthor id="21" name="陈南方" initials="陈南方" lastIdx="1" clrIdx="19"/>
  <p:cmAuthor id="578" name="未知用户299" initials="未" lastIdx="3" clrIdx="0"/>
  <p:cmAuthor id="22" name="yu chengjun" initials="yc" lastIdx="1" clrIdx="20"/>
  <p:cmAuthor id="579" name="未知用户300" initials="未" lastIdx="22" clrIdx="0"/>
  <p:cmAuthor id="23" name="zhou shuzheng" initials="zs" lastIdx="1" clrIdx="21"/>
  <p:cmAuthor id="580" name="未知用户301" initials="未" lastIdx="1" clrIdx="0"/>
  <p:cmAuthor id="24" name="余潇迎" initials="余" lastIdx="2" clrIdx="0"/>
  <p:cmAuthor id="581" name="未知用户302" initials="未" lastIdx="1" clrIdx="1"/>
  <p:cmAuthor id="25" name="WHTP" initials="W" lastIdx="1" clrIdx="20"/>
  <p:cmAuthor id="582" name="未知用户303" initials="未" lastIdx="1" clrIdx="0"/>
  <p:cmAuthor id="26" name="w" initials="w" lastIdx="2" clrIdx="0"/>
  <p:cmAuthor id="583" name="未知用户304" initials="未" lastIdx="1" clrIdx="35"/>
  <p:cmAuthor id="27" name="程康平" initials="程" lastIdx="2" clrIdx="0"/>
  <p:cmAuthor id="584" name="未知用户305" initials="未" lastIdx="1" clrIdx="0"/>
  <p:cmAuthor id="28" name="陈 橙橙" initials="陈" lastIdx="1" clrIdx="21"/>
  <p:cmAuthor id="585" name="未知用户306" initials="未" lastIdx="0" clrIdx="0"/>
  <p:cmAuthor id="29" name="王源" initials="王" lastIdx="2" clrIdx="1"/>
  <p:cmAuthor id="586" name="未知用户222" initials="未" lastIdx="1" clrIdx="1"/>
  <p:cmAuthor id="30" name="phoenixdhz" initials="p" lastIdx="11" clrIdx="0"/>
  <p:cmAuthor id="587" name="未知用户224" initials="未" lastIdx="0" clrIdx="0"/>
  <p:cmAuthor id="588" name="未知用户332" initials="未" lastIdx="1" clrIdx="0"/>
  <p:cmAuthor id="32" name="杨涛-lah" initials="杨" lastIdx="1" clrIdx="0"/>
  <p:cmAuthor id="589" name="未知用户309" initials="未" lastIdx="0" clrIdx="0"/>
  <p:cmAuthor id="33" name="kp l" initials="k" lastIdx="2" clrIdx="0"/>
  <p:cmAuthor id="590" name="未知用户310" initials="未" lastIdx="1" clrIdx="21"/>
  <p:cmAuthor id="34" name="asuse" initials="a" lastIdx="1" clrIdx="0"/>
  <p:cmAuthor id="591" name="未知用户311" initials="未" lastIdx="1" clrIdx="0"/>
  <p:cmAuthor id="35" name="卫天一" initials="卫" lastIdx="1" clrIdx="0"/>
  <p:cmAuthor id="592" name="未知用户312" initials="未" lastIdx="4" clrIdx="1"/>
  <p:cmAuthor id="36" name="芮思佳" initials="芮" lastIdx="1" clrIdx="35"/>
  <p:cmAuthor id="593" name="未知用户313" initials="未" lastIdx="1" clrIdx="0"/>
  <p:cmAuthor id="37" name="未知用户20" initials="未" lastIdx="3" clrIdx="0"/>
  <p:cmAuthor id="594" name="未知用户335" initials="未" lastIdx="1" clrIdx="0"/>
  <p:cmAuthor id="38" name="季玉洁" initials="季" lastIdx="22" clrIdx="0"/>
  <p:cmAuthor id="595" name="未知用户316" initials="未" lastIdx="1" clrIdx="0"/>
  <p:cmAuthor id="39" name="姜文静" initials="姜" lastIdx="1" clrIdx="0"/>
  <p:cmAuthor id="596" name="未知用户277" initials="未" lastIdx="1" clrIdx="0"/>
  <p:cmAuthor id="40" name="陈依依" initials="陈" lastIdx="7" clrIdx="0"/>
  <p:cmAuthor id="597" name="未知用户278" initials="未" lastIdx="1" clrIdx="0"/>
  <p:cmAuthor id="41" name="姓 汤旭铭" initials="姓" lastIdx="1" clrIdx="0"/>
  <p:cmAuthor id="598" name="未知用户272" initials="未" lastIdx="10" clrIdx="0"/>
  <p:cmAuthor id="42" name="user" initials="u" lastIdx="1" clrIdx="0"/>
  <p:cmAuthor id="599" name="未知用户273" initials="未" lastIdx="1" clrIdx="0"/>
  <p:cmAuthor id="43" name="dingenshi" initials="d" lastIdx="1" clrIdx="0"/>
  <p:cmAuthor id="600" name="未知用户279" initials="未" lastIdx="1" clrIdx="1"/>
  <p:cmAuthor id="44" name="未知用户15" initials="未" lastIdx="1" clrIdx="0"/>
  <p:cmAuthor id="601" name="未知用户233" initials="未" lastIdx="1" clrIdx="0"/>
  <p:cmAuthor id="45" name="未知用户16" initials="未" lastIdx="1" clrIdx="0"/>
  <p:cmAuthor id="602" name="未知用户229" initials="未" lastIdx="0" clrIdx="0"/>
  <p:cmAuthor id="46" name="未知用户17" initials="未" lastIdx="14" clrIdx="1"/>
  <p:cmAuthor id="603" name="未知用户234" initials="未" lastIdx="1" clrIdx="0"/>
  <p:cmAuthor id="47" name="未知用户18" initials="未" lastIdx="0" clrIdx="0"/>
  <p:cmAuthor id="604" name="未知用户274" initials="未" lastIdx="1" clrIdx="0"/>
  <p:cmAuthor id="48" name="实习生_严政宇" initials="实" lastIdx="2" clrIdx="1"/>
  <p:cmAuthor id="605" name="未知用户236" initials="未" lastIdx="0" clrIdx="0"/>
  <p:cmAuthor id="49837067" name="刘浩" initials="刘" lastIdx="180431" clrIdx="0"/>
  <p:cmAuthor id="606" name="未知用户280" initials="未" lastIdx="2" clrIdx="0"/>
  <p:cmAuthor id="49" name="未知用户21" initials="未" lastIdx="1" clrIdx="0"/>
  <p:cmAuthor id="49837068" name="Vivian Liu" initials="VL" lastIdx="1" clrIdx="1"/>
  <p:cmAuthor id="607" name="未知用户238" initials="未" lastIdx="1" clrIdx="21"/>
  <p:cmAuthor id="50" name="未知用户22" initials="未" lastIdx="1" clrIdx="0"/>
  <p:cmAuthor id="49837069" name="未知用户438" initials="未" lastIdx="1" clrIdx="207"/>
  <p:cmAuthor id="608" name="未知用户239" initials="未" lastIdx="1" clrIdx="0"/>
  <p:cmAuthor id="51" name="ZhangYu" initials="Z" lastIdx="1" clrIdx="0"/>
  <p:cmAuthor id="52" name="jing.xue" initials="j" lastIdx="23" clrIdx="0"/>
  <p:cmAuthor id="609" name="未知用户240" initials="未" lastIdx="4" clrIdx="1"/>
  <p:cmAuthor id="49837071" name="孙 澍" initials="孙" lastIdx="1" clrIdx="207"/>
  <p:cmAuthor id="610" name="未知用户241" initials="未" lastIdx="1" clrIdx="0"/>
  <p:cmAuthor id="53" name="grace" initials="g" lastIdx="1" clrIdx="1"/>
  <p:cmAuthor id="49837072" name="jiapeng wong" initials="jw" lastIdx="1" clrIdx="207"/>
  <p:cmAuthor id="611" name="未知用户242" initials="未" lastIdx="1" clrIdx="0"/>
  <p:cmAuthor id="54" name="刘思蜀" initials="刘" lastIdx="1" clrIdx="0"/>
  <p:cmAuthor id="49837073" name="郑 东" initials="郑" lastIdx="9" clrIdx="208"/>
  <p:cmAuthor id="612" name="未知用户243" initials="未" lastIdx="1" clrIdx="0"/>
  <p:cmAuthor id="55" name="tkqd" initials="t" lastIdx="1" clrIdx="0"/>
  <p:cmAuthor id="56" name="方方" initials="方" lastIdx="1" clrIdx="0"/>
  <p:cmAuthor id="613" name="未知用户244" initials="未" lastIdx="1" clrIdx="0"/>
  <p:cmAuthor id="57" name="tuhh" initials="t" lastIdx="1" clrIdx="0"/>
  <p:cmAuthor id="614" name="未知用户245" initials="未" lastIdx="1" clrIdx="0"/>
  <p:cmAuthor id="58" name="jxgy15" initials="j" lastIdx="0" clrIdx="0"/>
  <p:cmAuthor id="615" name="未知用户246" initials="未" lastIdx="1" clrIdx="1"/>
  <p:cmAuthor id="59" name="朱粒" initials="朱" lastIdx="1" clrIdx="2"/>
  <p:cmAuthor id="616" name="未知用户247" initials="未" lastIdx="7" clrIdx="0"/>
  <p:cmAuthor id="60" name="yangying73" initials="y" lastIdx="1" clrIdx="59"/>
  <p:cmAuthor id="617" name="未知用户248" initials="未" lastIdx="3" clrIdx="0"/>
  <p:cmAuthor id="61" name="fangjun03" initials="FJ" lastIdx="1" clrIdx="60"/>
  <p:cmAuthor id="618" name="未知用户249" initials="未" lastIdx="1" clrIdx="0"/>
  <p:cmAuthor id="62" name="崔冶鸣（内蒙古英才管培生）" initials="崔" lastIdx="1" clrIdx="0"/>
  <p:cmAuthor id="619" name="未知用户250" initials="未" lastIdx="0" clrIdx="0"/>
  <p:cmAuthor id="63" name="樊星" initials="樊" lastIdx="1" clrIdx="0"/>
  <p:cmAuthor id="620" name="未知用户251" initials="未" lastIdx="9" clrIdx="0"/>
  <p:cmAuthor id="64" name="Huangx" initials="H" lastIdx="1" clrIdx="22"/>
  <p:cmAuthor id="621" name="未知用户252" initials="未" lastIdx="1" clrIdx="0"/>
  <p:cmAuthor id="622" name="未知用户253" initials="未" lastIdx="1" clrIdx="0"/>
  <p:cmAuthor id="66" name="江涛 李" initials="江" lastIdx="2" clrIdx="0"/>
  <p:cmAuthor id="623" name="未知用户254" initials="未" lastIdx="2" clrIdx="0"/>
  <p:cmAuthor id="67" name="唐珊珊" initials="唐" lastIdx="1" clrIdx="66"/>
  <p:cmAuthor id="624" name="未知用户255" initials="未" lastIdx="1" clrIdx="0"/>
  <p:cmAuthor id="68" name="HaoshuaiWu" initials="H" lastIdx="1" clrIdx="0"/>
  <p:cmAuthor id="625" name="未知用户256" initials="未" lastIdx="1" clrIdx="0"/>
  <p:cmAuthor id="69" name="w00100437" initials="w" lastIdx="1" clrIdx="0"/>
  <p:cmAuthor id="626" name="未知用户257" initials="未" lastIdx="0" clrIdx="0"/>
  <p:cmAuthor id="70" name="先生 叶" initials="先" lastIdx="1" clrIdx="22"/>
  <p:cmAuthor id="627" name="未知用户258" initials="未" lastIdx="1" clrIdx="0"/>
  <p:cmAuthor id="71" name="zhaoling23" initials="z" lastIdx="1" clrIdx="62"/>
  <p:cmAuthor id="628" name="未知用户259" initials="未" lastIdx="1" clrIdx="1"/>
  <p:cmAuthor id="72" name="H1900" initials="H" lastIdx="1" clrIdx="0"/>
  <p:cmAuthor id="629" name="未知用户260" initials="未" lastIdx="1" clrIdx="0"/>
  <p:cmAuthor id="73" name="王航" initials="王" lastIdx="2" clrIdx="1"/>
  <p:cmAuthor id="630" name="未知用户275" initials="未" lastIdx="1" clrIdx="0"/>
  <p:cmAuthor id="74" name="回校" initials="回" lastIdx="1" clrIdx="0"/>
  <p:cmAuthor id="631" name="未知用户276" initials="未" lastIdx="2" clrIdx="0"/>
  <p:cmAuthor id="75" name="Microsoft" initials="M" lastIdx="1" clrIdx="3"/>
  <p:cmAuthor id="632" name="未知用户263" initials="未" lastIdx="2" clrIdx="0"/>
  <p:cmAuthor id="76" name="zhenwb" initials="z" lastIdx="1" clrIdx="17"/>
  <p:cmAuthor id="633" name="未知用户264" initials="未" lastIdx="3" clrIdx="0"/>
  <p:cmAuthor id="77" name="幺以谦" initials="幺" lastIdx="2" clrIdx="1"/>
  <p:cmAuthor id="634" name="未知用户265" initials="未" lastIdx="22" clrIdx="0"/>
  <p:cmAuthor id="78" name="志龙 姜" initials="志" lastIdx="3" clrIdx="0"/>
  <p:cmAuthor id="635" name="未知用户266" initials="未" lastIdx="1" clrIdx="1"/>
  <p:cmAuthor id="79" name="Sky123.Org" initials="S" lastIdx="1" clrIdx="0"/>
  <p:cmAuthor id="636" name="未知用户267" initials="未" lastIdx="1" clrIdx="0"/>
  <p:cmAuthor id="80" name="未知用户9" initials="未" lastIdx="7" clrIdx="0"/>
  <p:cmAuthor id="637" name="未知用户268" initials="未" lastIdx="1" clrIdx="35"/>
  <p:cmAuthor id="81" name="于伟健" initials="于" lastIdx="1" clrIdx="2"/>
  <p:cmAuthor id="638" name="未知用户269" initials="未" lastIdx="1" clrIdx="0"/>
  <p:cmAuthor id="82" name="yangdi" initials="y" lastIdx="8" clrIdx="0"/>
  <p:cmAuthor id="639" name="未知用户270" initials="未" lastIdx="0" clrIdx="0"/>
  <p:cmAuthor id="83" name="Microsoft Office 用户" initials="M" lastIdx="0" clrIdx="0"/>
  <p:cmAuthor id="640" name="未知用户193" initials="未" lastIdx="2" clrIdx="0"/>
  <p:cmAuthor id="84" name="sunxp002" initials="s" lastIdx="7" clrIdx="13"/>
  <p:cmAuthor id="641" name="未知用户195" initials="未" lastIdx="22" clrIdx="0"/>
  <p:cmAuthor id="85" name="孙青云" initials="孙" lastIdx="1" clrIdx="78"/>
  <p:cmAuthor id="642" name="未知用户196" initials="未" lastIdx="1" clrIdx="0"/>
  <p:cmAuthor id="86" name="吴晓梅" initials="吴" lastIdx="2" clrIdx="0"/>
  <p:cmAuthor id="643" name="未知用户358" initials="未" lastIdx="1" clrIdx="0"/>
  <p:cmAuthor id="87" name="Tracy" initials="T" lastIdx="1" clrIdx="80"/>
  <p:cmAuthor id="644" name="未知用户359" initials="未" lastIdx="1" clrIdx="0"/>
  <p:cmAuthor id="645" name="未知用户360" initials="未" lastIdx="10" clrIdx="0"/>
  <p:cmAuthor id="89" name=" " initials=" " lastIdx="1" clrIdx="0"/>
  <p:cmAuthor id="646" name="未知用户361" initials="未" lastIdx="1" clrIdx="0"/>
  <p:cmAuthor id="90" name="mawei19" initials="m" lastIdx="1" clrIdx="21"/>
  <p:cmAuthor id="647" name="未知用户364" initials="未" lastIdx="2" clrIdx="0"/>
  <p:cmAuthor id="91" name="徐 宁" initials="徐" lastIdx="1" clrIdx="0"/>
  <p:cmAuthor id="648" name="未知用户288" initials="未" lastIdx="1" clrIdx="0"/>
  <p:cmAuthor id="92" name="Han Bo" initials="HB" lastIdx="7" clrIdx="22"/>
  <p:cmAuthor id="649" name="未知用户297" initials="未" lastIdx="1" clrIdx="0"/>
  <p:cmAuthor id="93" name="未知用户33" initials="未" lastIdx="1" clrIdx="0"/>
  <p:cmAuthor id="650" name="未知用户298" initials="未" lastIdx="1" clrIdx="1"/>
  <p:cmAuthor id="94" name="未知用户34" initials="未" lastIdx="1" clrIdx="0"/>
  <p:cmAuthor id="651" name="未知用户307" initials="未" lastIdx="7" clrIdx="0"/>
  <p:cmAuthor id="95" name="pangyt" initials="p" lastIdx="1" clrIdx="0"/>
  <p:cmAuthor id="652" name="未知用户308" initials="未" lastIdx="3" clrIdx="0"/>
  <p:cmAuthor id="96" name="anni" initials="a" lastIdx="1" clrIdx="0"/>
  <p:cmAuthor id="653" name="未知用户315" initials="未" lastIdx="1" clrIdx="0"/>
  <p:cmAuthor id="97" name="未知用户37" initials="未" lastIdx="1" clrIdx="0"/>
  <p:cmAuthor id="654" name="未知用户317" initials="未" lastIdx="0" clrIdx="0"/>
  <p:cmAuthor id="98" name="未知用户38" initials="未" lastIdx="0" clrIdx="0"/>
  <p:cmAuthor id="655" name="未知用户329" initials="未" lastIdx="9" clrIdx="0"/>
  <p:cmAuthor id="99" name="未知用户39" initials="未" lastIdx="1" clrIdx="0"/>
  <p:cmAuthor id="656" name="未知用户333" initials="未" lastIdx="1" clrIdx="0"/>
  <p:cmAuthor id="100" name="未知用户40" initials="未" lastIdx="0" clrIdx="0"/>
  <p:cmAuthor id="657" name="未知用户334" initials="未" lastIdx="1" clrIdx="0"/>
  <p:cmAuthor id="101" name="李鹏飞" initials="李" lastIdx="1" clrIdx="1"/>
  <p:cmAuthor id="658" name="未知用户340" initials="未" lastIdx="2" clrIdx="0"/>
  <p:cmAuthor id="102" name="Calvin G" initials="C" lastIdx="1" clrIdx="0"/>
  <p:cmAuthor id="659" name="未知用户341" initials="未" lastIdx="1" clrIdx="0"/>
  <p:cmAuthor id="103" name="lp" initials="l" lastIdx="1" clrIdx="0"/>
  <p:cmAuthor id="660" name="未知用户342" initials="未" lastIdx="1" clrIdx="0"/>
  <p:cmAuthor id="104" name="MC SYSTEM" initials="M" lastIdx="2" clrIdx="0"/>
  <p:cmAuthor id="661" name="未知用户343" initials="未" lastIdx="0" clrIdx="0"/>
  <p:cmAuthor id="105" name="spring_ren" initials="s" lastIdx="2" clrIdx="1"/>
  <p:cmAuthor id="662" name="未知用户344" initials="未" lastIdx="1" clrIdx="0"/>
  <p:cmAuthor id="106" name="viola_yang" initials="v" lastIdx="2" clrIdx="2"/>
  <p:cmAuthor id="663" name="未知用户345" initials="未" lastIdx="1" clrIdx="1"/>
  <p:cmAuthor id="107" name="未知用户89" initials="未" lastIdx="0" clrIdx="0"/>
  <p:cmAuthor id="664" name="未知用户365" initials="未" lastIdx="1" clrIdx="0"/>
  <p:cmAuthor id="108" name="李璐---寿险总公司营销管理部" initials="李" lastIdx="0" clrIdx="0"/>
  <p:cmAuthor id="665" name="未知用户366" initials="未" lastIdx="1" clrIdx="0"/>
  <p:cmAuthor id="109" name="xuqing" initials="x" lastIdx="4" clrIdx="0"/>
  <p:cmAuthor id="666" name="未知用户367" initials="未" lastIdx="2" clrIdx="0"/>
  <p:cmAuthor id="110" name="王顶" initials="王" lastIdx="1" clrIdx="0"/>
  <p:cmAuthor id="667" name="未知用户368" initials="未" lastIdx="2" clrIdx="0"/>
  <p:cmAuthor id="111" name="minty minty" initials="m" lastIdx="1" clrIdx="0"/>
  <p:cmAuthor id="668" name="未知用户403" initials="未" lastIdx="1" clrIdx="0"/>
  <p:cmAuthor id="112" name="未知用户87" initials="未" lastIdx="2" clrIdx="0"/>
  <p:cmAuthor id="669" name="未知用户402" initials="未" lastIdx="1" clrIdx="0"/>
  <p:cmAuthor id="113" name="CHEN LONG" initials="C" lastIdx="1" clrIdx="21"/>
  <p:cmAuthor id="670" name="未知用户379" initials="未" lastIdx="10" clrIdx="0"/>
  <p:cmAuthor id="114" name="彬 罗" initials="彬" lastIdx="1" clrIdx="1"/>
  <p:cmAuthor id="671" name="未知用户380" initials="未" lastIdx="1" clrIdx="0"/>
  <p:cmAuthor id="115" name="cuizijin01" initials="c" lastIdx="6" clrIdx="2"/>
  <p:cmAuthor id="672" name="未知用户405" initials="未" lastIdx="2" clrIdx="0"/>
  <p:cmAuthor id="116" name="罗彬" initials="罗" lastIdx="1" clrIdx="0"/>
  <p:cmAuthor id="673" name="未知用户382" initials="未" lastIdx="1" clrIdx="0"/>
  <p:cmAuthor id="117" name="刘盛潮" initials="刘" lastIdx="8" clrIdx="0"/>
  <p:cmAuthor id="674" name="未知用户383" initials="未" lastIdx="1" clrIdx="0"/>
  <p:cmAuthor id="118" name="1 mac" initials="1" lastIdx="1" clrIdx="0"/>
  <p:cmAuthor id="675" name="未知用户384" initials="未" lastIdx="1" clrIdx="1"/>
  <p:cmAuthor id="119" name="未知用户86" initials="未" lastIdx="1" clrIdx="0"/>
  <p:cmAuthor id="676" name="未知用户385" initials="未" lastIdx="7" clrIdx="0"/>
  <p:cmAuthor id="120" name="新萝卜家园" initials="新" lastIdx="0" clrIdx="0"/>
  <p:cmAuthor id="677" name="未知用户386" initials="未" lastIdx="3" clrIdx="0"/>
  <p:cmAuthor id="121" name="songchunhua" initials="s" lastIdx="0" clrIdx="0"/>
  <p:cmAuthor id="678" name="未知用户387" initials="未" lastIdx="1" clrIdx="0"/>
  <p:cmAuthor id="122" name="宋春华" initials="宋" lastIdx="12" clrIdx="1"/>
  <p:cmAuthor id="679" name="未知用户388" initials="未" lastIdx="0" clrIdx="0"/>
  <p:cmAuthor id="123" name="lixiaosong" initials="l" lastIdx="0" clrIdx="2"/>
  <p:cmAuthor id="680" name="未知用户411" initials="未" lastIdx="1" clrIdx="0"/>
  <p:cmAuthor id="124" name="未知用户78" initials="未" lastIdx="1" clrIdx="0"/>
  <p:cmAuthor id="681" name="未知用户389" initials="未" lastIdx="9" clrIdx="0"/>
  <p:cmAuthor id="125" name="马妍" initials="马" lastIdx="1" clrIdx="0"/>
  <p:cmAuthor id="682" name="未知用户390" initials="未" lastIdx="1" clrIdx="0"/>
  <p:cmAuthor id="126" name="yanqiqi-lgd" initials="y" lastIdx="2" clrIdx="5"/>
  <p:cmAuthor id="683" name="未知用户391" initials="未" lastIdx="1" clrIdx="0"/>
  <p:cmAuthor id="127" name="番茄花园" initials="番" lastIdx="4" clrIdx="0"/>
  <p:cmAuthor id="684" name="未知用户392" initials="未" lastIdx="2" clrIdx="0"/>
  <p:cmAuthor id="128" name="caoyq0624" initials="c" lastIdx="2" clrIdx="0"/>
  <p:cmAuthor id="685" name="未知用户393" initials="未" lastIdx="1" clrIdx="0"/>
  <p:cmAuthor id="129" name="方朝军/产品推动室/产品开发推广部/总公司" initials="方" lastIdx="2" clrIdx="0"/>
  <p:cmAuthor id="686" name="未知用户394" initials="未" lastIdx="1" clrIdx="0"/>
  <p:cmAuthor id="130" name="zq" initials="z" lastIdx="2" clrIdx="0"/>
  <p:cmAuthor id="687" name="未知用户395" initials="未" lastIdx="0" clrIdx="0"/>
  <p:cmAuthor id="131" name="未知用户28" initials="未" lastIdx="1" clrIdx="1"/>
  <p:cmAuthor id="688" name="未知用户396" initials="未" lastIdx="1" clrIdx="0"/>
  <p:cmAuthor id="132" name="temp" initials="t" lastIdx="2" clrIdx="0"/>
  <p:cmAuthor id="689" name="未知用户406" initials="未" lastIdx="1" clrIdx="0"/>
  <p:cmAuthor id="133" name="Q Q" initials="Q" lastIdx="1" clrIdx="3"/>
  <p:cmAuthor id="690" name="未知用户397" initials="未" lastIdx="1" clrIdx="1"/>
  <p:cmAuthor id="134" name="柳 先涛" initials="柳" lastIdx="8" clrIdx="0"/>
  <p:cmAuthor id="691" name="未知用户407" initials="未" lastIdx="1" clrIdx="0"/>
  <p:cmAuthor id="135" name="liquanxi" initials="l" lastIdx="0" clrIdx="0"/>
  <p:cmAuthor id="692" name="未知用户398" initials="未" lastIdx="1" clrIdx="0"/>
  <p:cmAuthor id="136" name="王怀璋" initials="王" lastIdx="1" clrIdx="0"/>
  <p:cmAuthor id="693" name="未知用户399" initials="未" lastIdx="1" clrIdx="0"/>
  <p:cmAuthor id="137" name="YANQING BAO" initials="Y" lastIdx="3" clrIdx="0"/>
  <p:cmAuthor id="694" name="未知用户400" initials="未" lastIdx="2" clrIdx="0"/>
  <p:cmAuthor id="138" name="Tracy Chen" initials="T" lastIdx="1" clrIdx="0"/>
  <p:cmAuthor id="695" name="未知用户401" initials="未" lastIdx="2" clrIdx="0"/>
  <p:cmAuthor id="139" name="dongwc0205" initials="d" lastIdx="1" clrIdx="15"/>
  <p:cmAuthor id="696" name="未知用户420" initials="未" lastIdx="1" clrIdx="0"/>
  <p:cmAuthor id="140" name="yuancc04" initials="y" lastIdx="3" clrIdx="0"/>
  <p:cmAuthor id="697" name="未知用户421" initials="未" lastIdx="1" clrIdx="0"/>
  <p:cmAuthor id="141" name="未知用户12" initials="未" lastIdx="1" clrIdx="0"/>
  <p:cmAuthor id="698" name="未知用户422" initials="未" lastIdx="10" clrIdx="0"/>
  <p:cmAuthor id="142" name="未知用户23" initials="未" lastIdx="4" clrIdx="2"/>
  <p:cmAuthor id="699" name="未知用户423" initials="未" lastIdx="1" clrIdx="0"/>
  <p:cmAuthor id="143" name="未知用户27" initials="未" lastIdx="7" clrIdx="0"/>
  <p:cmAuthor id="700" name="未知用户424" initials="未" lastIdx="2" clrIdx="0"/>
  <p:cmAuthor id="144" name="未知用户26" initials="未" lastIdx="1" clrIdx="3"/>
  <p:cmAuthor id="701" name="未知用户419" initials="未" lastIdx="2" clrIdx="0"/>
  <p:cmAuthor id="145" name="未知用户10" initials="未" lastIdx="1" clrIdx="20"/>
  <p:cmAuthor id="702" name="未知用户425" initials="未" lastIdx="1" clrIdx="0"/>
  <p:cmAuthor id="146" name="岳文甲" initials="岳" lastIdx="1" clrIdx="1"/>
  <p:cmAuthor id="703" name="未知用户426" initials="未" lastIdx="1" clrIdx="0"/>
  <p:cmAuthor id="147" name="njlife" initials="n" lastIdx="2" clrIdx="0"/>
  <p:cmAuthor id="704" name="未知用户427" initials="未" lastIdx="1" clrIdx="1"/>
  <p:cmAuthor id="148" name="未知用户19" initials="未" lastIdx="3" clrIdx="0"/>
  <p:cmAuthor id="705" name="未知用户428" initials="未" lastIdx="7" clrIdx="0"/>
  <p:cmAuthor id="149" name="齐登宝" initials="齐" lastIdx="1" clrIdx="1"/>
  <p:cmAuthor id="706" name="未知用户429" initials="未" lastIdx="3" clrIdx="0"/>
  <p:cmAuthor id="150" name="QBOSSCHEN" initials="Q" lastIdx="1" clrIdx="0"/>
  <p:cmAuthor id="707" name="未知用户430" initials="未" lastIdx="1" clrIdx="0"/>
  <p:cmAuthor id="151" name="吕永朋" initials="吕" lastIdx="1" clrIdx="0"/>
  <p:cmAuthor id="708" name="未知用户431" initials="未" lastIdx="1" clrIdx="0"/>
  <p:cmAuthor id="152" name="lgp" initials="l" lastIdx="1" clrIdx="0"/>
  <p:cmAuthor id="709" name="未知用户432" initials="未" lastIdx="0" clrIdx="0"/>
  <p:cmAuthor id="153" name="49254" initials="4" lastIdx="1" clrIdx="0"/>
  <p:cmAuthor id="710" name="未知用户433" initials="未" lastIdx="1" clrIdx="0"/>
  <p:cmAuthor id="154" name="he zhirui" initials="h" lastIdx="1" clrIdx="82"/>
  <p:cmAuthor id="711" name="未知用户434" initials="未" lastIdx="9" clrIdx="0"/>
  <p:cmAuthor id="155" name="伟哥" initials="伟" lastIdx="1" clrIdx="138"/>
  <p:cmAuthor id="712" name="未知用户435" initials="未" lastIdx="1" clrIdx="0"/>
  <p:cmAuthor id="156" name="未知用户31" initials="未" lastIdx="2" clrIdx="1"/>
  <p:cmAuthor id="713" name="未知用户436" initials="未" lastIdx="3" clrIdx="0"/>
  <p:cmAuthor id="157" name="林 声洋" initials="林" lastIdx="1" clrIdx="0"/>
  <p:cmAuthor id="714" name="未知用户437" initials="未" lastIdx="2" clrIdx="0"/>
  <p:cmAuthor id="158" name="Ray" initials="R" lastIdx="0" clrIdx="0"/>
  <p:cmAuthor id="159" name="ydx2003new@163.com" initials="y" lastIdx="1" clrIdx="0"/>
  <p:cmAuthor id="716" name="未知用户417" initials="未" lastIdx="10" clrIdx="0"/>
  <p:cmAuthor id="160" name="f n" initials="f" lastIdx="1" clrIdx="35"/>
  <p:cmAuthor id="717" name="未知用户439" initials="未" lastIdx="1" clrIdx="0"/>
  <p:cmAuthor id="161" name="未知用户80" initials="未" lastIdx="0" clrIdx="0"/>
  <p:cmAuthor id="718" name="未知用户440" initials="未" lastIdx="0" clrIdx="0"/>
  <p:cmAuthor id="162" name="孟婉春" initials="孟" lastIdx="1" clrIdx="150"/>
  <p:cmAuthor id="719" name="未知用户441" initials="未" lastIdx="1" clrIdx="0"/>
  <p:cmAuthor id="163" name="91huhang" initials="9" lastIdx="1" clrIdx="0"/>
  <p:cmAuthor id="720" name="未知用户442" initials="未" lastIdx="1" clrIdx="0"/>
  <p:cmAuthor id="164" name="ht guo" initials="h" lastIdx="0" clrIdx="1"/>
  <p:cmAuthor id="721" name="未知用户443" initials="未" lastIdx="1" clrIdx="1"/>
  <p:cmAuthor id="165" name="Ms" initials="M" lastIdx="1" clrIdx="0"/>
  <p:cmAuthor id="722" name="未知用户444" initials="未" lastIdx="1" clrIdx="0"/>
  <p:cmAuthor id="166" name="超乎想象" initials="超" lastIdx="1" clrIdx="176"/>
  <p:cmAuthor id="723" name="未知用户445" initials="未" lastIdx="1" clrIdx="0"/>
  <p:cmAuthor id="167" name="ProMedican" initials="P" lastIdx="2" clrIdx="1"/>
  <p:cmAuthor id="724" name="未知用户446" initials="未" lastIdx="1" clrIdx="0"/>
  <p:cmAuthor id="168" name="侯清英" initials="侯" lastIdx="1" clrIdx="0"/>
  <p:cmAuthor id="725" name="未知用户447" initials="未" lastIdx="2" clrIdx="0"/>
  <p:cmAuthor id="169" name="Windows" initials="W" lastIdx="1" clrIdx="3"/>
  <p:cmAuthor id="726" name="未知用户448" initials="未" lastIdx="2" clrIdx="0"/>
  <p:cmAuthor id="170" name="547716734@qq.com" initials="5" lastIdx="0" clrIdx="0"/>
  <p:cmAuthor id="171" name="郭书含" initials="郭" lastIdx="1" clrIdx="0"/>
  <p:cmAuthor id="172" name="赵 婷婷" initials="赵" lastIdx="1" clrIdx="82"/>
  <p:cmAuthor id="173" name="杨依" initials="杨依" lastIdx="2" clrIdx="83"/>
  <p:cmAuthor id="730" name="zhang li" initials="z" lastIdx="1" clrIdx="138"/>
  <p:cmAuthor id="174" name="Office 365" initials="O" lastIdx="1" clrIdx="0"/>
  <p:cmAuthor id="175" name="1716266060@qq.com" initials="1" lastIdx="1" clrIdx="0"/>
  <p:cmAuthor id="176" name="程学春 cxc" initials="程" lastIdx="1" clrIdx="0"/>
  <p:cmAuthor id="177" name="chenli8" initials="c" lastIdx="10" clrIdx="0"/>
  <p:cmAuthor id="178" name="448097321@qq.com" initials="4" lastIdx="0" clrIdx="0"/>
  <p:cmAuthor id="179" name="zhumin1" initials="z" lastIdx="1" clrIdx="1"/>
  <p:cmAuthor id="180" name="FS" initials="F" lastIdx="1" clrIdx="0"/>
  <p:cmAuthor id="181" name="Temp" initials="T" lastIdx="0" clrIdx="0"/>
  <p:cmAuthor id="182" name="刘岸亮" initials="刘" lastIdx="1" clrIdx="0"/>
  <p:cmAuthor id="183" name="雍中婧" initials="雍" lastIdx="26" clrIdx="0"/>
  <p:cmAuthor id="184" name="任斐" initials="任" lastIdx="1" clrIdx="1"/>
  <p:cmAuthor id="185" name="肖 雷" initials="肖" lastIdx="1" clrIdx="0"/>
  <p:cmAuthor id="186" name="lin lin" initials="l" lastIdx="1" clrIdx="0"/>
  <p:cmAuthor id="187" name="邓蓉榕" initials="邓" lastIdx="1" clrIdx="0"/>
  <p:cmAuthor id="188" name="Sky.Wang" initials="S" lastIdx="10" clrIdx="0"/>
  <p:cmAuthor id="189" name="时方赛" initials="时" lastIdx="1" clrIdx="202"/>
  <p:cmAuthor id="190" name="wangll132" initials="w" lastIdx="1" clrIdx="206"/>
  <p:cmAuthor id="191" name="tpxiao" initials="t" lastIdx="1" clrIdx="0"/>
  <p:cmAuthor id="748" name="殷 积波" initials="殷" lastIdx="1" clrIdx="22"/>
  <p:cmAuthor id="192" name="lenovo0" initials="l" lastIdx="1" clrIdx="0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3" name="未知用户192" initials="未" lastIdx="1" clrIdx="0"/>
  <p:cmAuthor id="202" name="zhoujw08" initials="z" lastIdx="1" clrIdx="201"/>
  <p:cmAuthor id="759" name="张逸晨" initials="张" lastIdx="1" clrIdx="0"/>
  <p:cmAuthor id="204" name="李明强" initials="李" lastIdx="1" clrIdx="203"/>
  <p:cmAuthor id="761" name="雨林木风" initials="雨" lastIdx="14" clrIdx="1"/>
  <p:cmAuthor id="762" name="张洁01-lhq" initials="张" lastIdx="3" clrIdx="0"/>
  <p:cmAuthor id="206" name="zhangbw18" initials="z" lastIdx="1" clrIdx="205"/>
  <p:cmAuthor id="763" name="池依曼" initials="池" lastIdx="2" clrIdx="72"/>
  <p:cmAuthor id="764" name="未知用户219" initials="未" lastIdx="3" clrIdx="0"/>
  <p:cmAuthor id="208" name="dingyuemei" initials="d" lastIdx="1" clrIdx="21"/>
  <p:cmAuthor id="765" name="未知用户230" initials="未" lastIdx="2" clrIdx="0"/>
  <p:cmAuthor id="209" name="benbenonroad zhao" initials="b" lastIdx="2" clrIdx="0"/>
  <p:cmAuthor id="766" name="未知用户231" initials="未" lastIdx="1" clrIdx="0"/>
  <p:cmAuthor id="210" name="SHMILY" initials="S" lastIdx="1" clrIdx="0"/>
  <p:cmAuthor id="767" name="未知用户232" initials="未" lastIdx="1" clrIdx="0"/>
  <p:cmAuthor id="211" name="刘云飞" initials="刘" lastIdx="1" clrIdx="6"/>
  <p:cmAuthor id="768" name="未知用户237" initials="未" lastIdx="7" clrIdx="0"/>
  <p:cmAuthor id="212" name="Yoda KK" initials="Y" lastIdx="1" clrIdx="10"/>
  <p:cmAuthor id="769" name="未知用户226" initials="未" lastIdx="1" clrIdx="0"/>
  <p:cmAuthor id="213" name="Dell" initials="D" lastIdx="0" clrIdx="0"/>
  <p:cmAuthor id="770" name="亚运 曹" initials="亚" lastIdx="3" clrIdx="2"/>
  <p:cmAuthor id="214" name="李 斌" initials="李" lastIdx="3" clrIdx="0"/>
  <p:cmAuthor id="215" name="孙现民" initials="孙" lastIdx="1" clrIdx="0"/>
  <p:cmAuthor id="772" name="张正明" initials="张" lastIdx="1" clrIdx="0"/>
  <p:cmAuthor id="216" name="田海兰" initials="田" lastIdx="4" clrIdx="1"/>
  <p:cmAuthor id="773" name="FANG SUN" initials="F" lastIdx="2" clrIdx="4"/>
  <p:cmAuthor id="217" name="柯 少鹏" initials="柯" lastIdx="1" clrIdx="0"/>
  <p:cmAuthor id="774" name="富德生命人寿" initials="富" lastIdx="1" clrIdx="0"/>
  <p:cmAuthor id="218" name="刘承刚" initials="刘" lastIdx="6" clrIdx="0"/>
  <p:cmAuthor id="775" name="袁缘" initials="袁" lastIdx="0" clrIdx="0"/>
  <p:cmAuthor id="219" name="韩冰" initials="韩" lastIdx="4" clrIdx="0"/>
  <p:cmAuthor id="776" name="未知用户416" initials="未" lastIdx="1" clrIdx="0"/>
  <p:cmAuthor id="220" name="acer" initials="a" lastIdx="1" clrIdx="0"/>
  <p:cmAuthor id="777" name="未知用户404" initials="未" lastIdx="15" clrIdx="0"/>
  <p:cmAuthor id="221" name="冯敏" initials="冯" lastIdx="1" clrIdx="0"/>
  <p:cmAuthor id="778" name="未知用户408" initials="未" lastIdx="1" clrIdx="1"/>
  <p:cmAuthor id="222" name="pc" initials="p" lastIdx="1" clrIdx="1"/>
  <p:cmAuthor id="779" name="未知用户409" initials="未" lastIdx="7" clrIdx="0"/>
  <p:cmAuthor id="223" name="贾彬彬" initials="贾" lastIdx="1" clrIdx="0"/>
  <p:cmAuthor id="780" name="未知用户412" initials="未" lastIdx="0" clrIdx="1"/>
  <p:cmAuthor id="224" name="未知用户46" initials="未" lastIdx="1" clrIdx="2"/>
  <p:cmAuthor id="781" name="未知用户413" initials="未" lastIdx="1" clrIdx="0"/>
  <p:cmAuthor id="225" name="未知用户47" initials="未" lastIdx="1" clrIdx="0"/>
  <p:cmAuthor id="782" name="未知用户414" initials="未" lastIdx="1" clrIdx="0"/>
  <p:cmAuthor id="226" name="未知用户32" initials="未" lastIdx="1" clrIdx="0"/>
  <p:cmAuthor id="783" name="未知用户415" initials="未" lastIdx="1" clrIdx="0"/>
  <p:cmAuthor id="227" name="未知用户25" initials="未" lastIdx="8" clrIdx="0"/>
  <p:cmAuthor id="784" name="未知用户215" initials="未" lastIdx="0" clrIdx="0"/>
  <p:cmAuthor id="228" name="未知用户48" initials="未" lastIdx="20" clrIdx="0"/>
  <p:cmAuthor id="785" name="未知用户217" initials="未" lastIdx="0" clrIdx="0"/>
  <p:cmAuthor id="229" name="未知用户29" initials="未" lastIdx="9" clrIdx="0"/>
  <p:cmAuthor id="786" name="未知用户261" initials="未" lastIdx="0" clrIdx="0"/>
  <p:cmAuthor id="230" name="未知用户30" initials="未" lastIdx="1" clrIdx="0"/>
  <p:cmAuthor id="787" name="未知用户371" initials="未" lastIdx="1" clrIdx="0"/>
  <p:cmAuthor id="788" name="未知用户370" initials="未" lastIdx="1" clrIdx="0"/>
  <p:cmAuthor id="232" name="未知用户41" initials="未" lastIdx="1" clrIdx="0"/>
  <p:cmAuthor id="789" name="未知用户347" initials="未" lastIdx="10" clrIdx="0"/>
  <p:cmAuthor id="233" name="未知用户43" initials="未" lastIdx="1" clrIdx="1"/>
  <p:cmAuthor id="790" name="未知用户348" initials="未" lastIdx="1" clrIdx="0"/>
  <p:cmAuthor id="234" name="未知用户44" initials="未" lastIdx="1" clrIdx="0"/>
  <p:cmAuthor id="791" name="未知用户286" initials="未" lastIdx="1" clrIdx="0"/>
  <p:cmAuthor id="235" name="未知用户45" initials="未" lastIdx="1" clrIdx="0"/>
  <p:cmAuthor id="792" name="未知用户373" initials="未" lastIdx="2" clrIdx="0"/>
  <p:cmAuthor id="236" name="sun frank" initials="s" lastIdx="1" clrIdx="0"/>
  <p:cmAuthor id="793" name="未知用户350" initials="未" lastIdx="1" clrIdx="0"/>
  <p:cmAuthor id="794" name="未知用户218" initials="未" lastIdx="0" clrIdx="0"/>
  <p:cmAuthor id="238" name="徐 伟钦" initials="徐" lastIdx="2" clrIdx="0"/>
  <p:cmAuthor id="795" name="未知用户351" initials="未" lastIdx="1" clrIdx="0"/>
  <p:cmAuthor id="239" name="李昕玫" initials="李" lastIdx="1" clrIdx="0"/>
  <p:cmAuthor id="796" name="未知用户352" initials="未" lastIdx="1" clrIdx="1"/>
  <p:cmAuthor id="240" name="lianxing liao" initials="l" lastIdx="1" clrIdx="0"/>
  <p:cmAuthor id="797" name="未知用户353" initials="未" lastIdx="7" clrIdx="0"/>
  <p:cmAuthor id="241" name="未知用户" initials="未" lastIdx="1" clrIdx="0"/>
  <p:cmAuthor id="798" name="未知用户354" initials="未" lastIdx="3" clrIdx="0"/>
  <p:cmAuthor id="242" name="yangysh" initials="y" lastIdx="1" clrIdx="0"/>
  <p:cmAuthor id="799" name="未知用户355" initials="未" lastIdx="1" clrIdx="0"/>
  <p:cmAuthor id="243" name="ZZC" initials="Z" lastIdx="1" clrIdx="1"/>
  <p:cmAuthor id="800" name="未知用户356" initials="未" lastIdx="0" clrIdx="0"/>
  <p:cmAuthor id="244" name="李晨曦" initials="李" lastIdx="14" clrIdx="0"/>
  <p:cmAuthor id="801" name="未知用户378" initials="未" lastIdx="1" clrIdx="0"/>
  <p:cmAuthor id="245" name="Bonan Qi" initials="B" lastIdx="43" clrIdx="0"/>
  <p:cmAuthor id="802" name="未知用户357" initials="未" lastIdx="9" clrIdx="0"/>
  <p:cmAuthor id="246" name="yaoxiaojun" initials="y" lastIdx="1" clrIdx="0"/>
  <p:cmAuthor id="803" name="未知用户362" initials="未" lastIdx="1" clrIdx="0"/>
  <p:cmAuthor id="247" name="tianan" initials="t" lastIdx="1" clrIdx="5"/>
  <p:cmAuthor id="804" name="未知用户363" initials="未" lastIdx="0" clrIdx="0"/>
  <p:cmAuthor id="248" name="朱雪松" initials="朱" lastIdx="2" clrIdx="2"/>
  <p:cmAuthor id="805" name="未知用户374" initials="未" lastIdx="1" clrIdx="0"/>
  <p:cmAuthor id="249" name="821375975@qq.com" initials="8" lastIdx="1" clrIdx="23"/>
  <p:cmAuthor id="806" name="未知用户375" initials="未" lastIdx="1" clrIdx="0"/>
  <p:cmAuthor id="250" name="Vagun Vagun" initials="V" lastIdx="1" clrIdx="0"/>
  <p:cmAuthor id="807" name="未知用户369" initials="未" lastIdx="2" clrIdx="0"/>
  <p:cmAuthor id="251" name="李秋静" initials="李" lastIdx="1" clrIdx="1"/>
  <p:cmAuthor id="808" name="未知用户376" initials="未" lastIdx="22" clrIdx="0"/>
  <p:cmAuthor id="252" name="陈林" initials="陈" lastIdx="1" clrIdx="0"/>
  <p:cmAuthor id="809" name="未知用户377" initials="未" lastIdx="1" clrIdx="0"/>
  <p:cmAuthor id="253" name="Author" initials="A" lastIdx="0" clrIdx="2"/>
  <p:cmAuthor id="810" name="未知用户372" initials="未" lastIdx="1" clrIdx="1"/>
  <p:cmAuthor id="254" name="张梦莞" initials="张" lastIdx="1" clrIdx="27"/>
  <p:cmAuthor id="811" name="Xzjd" initials="X" lastIdx="2" clrIdx="0"/>
  <p:cmAuthor id="255" name="严之" initials="严" lastIdx="3" clrIdx="0"/>
  <p:cmAuthor id="256" name="程诗媛" initials="程" lastIdx="4" clrIdx="1"/>
  <p:cmAuthor id="257" name="梁潇-lhq" initials="梁" lastIdx="1" clrIdx="0"/>
  <p:cmAuthor id="814" name="未知用户466" initials="未" lastIdx="3" clrIdx="0"/>
  <p:cmAuthor id="258" name="apple" initials="a" lastIdx="1" clrIdx="0"/>
  <p:cmAuthor id="815" name="未知用户460" initials="未" lastIdx="1" clrIdx="0"/>
  <p:cmAuthor id="259" name="史璐瑶" initials="史" lastIdx="1" clrIdx="23"/>
  <p:cmAuthor id="816" name="未知用户454" initials="未" lastIdx="2" clrIdx="0"/>
  <p:cmAuthor id="260" name="86139" initials="8" lastIdx="1" clrIdx="0"/>
  <p:cmAuthor id="817" name="未知用户461" initials="未" lastIdx="0" clrIdx="0"/>
  <p:cmAuthor id="818" name="未知用户455" initials="未" lastIdx="1" clrIdx="0"/>
  <p:cmAuthor id="261" name="朴鹏-lhq" initials="朴" lastIdx="0" clrIdx="18"/>
  <p:cmAuthor id="819" name="未知用户462" initials="未" lastIdx="10" clrIdx="0"/>
  <p:cmAuthor id="262" name="吕 阔" initials="吕" lastIdx="1" clrIdx="22"/>
  <p:cmAuthor id="820" name="未知用户465" initials="未" lastIdx="1" clrIdx="5"/>
  <p:cmAuthor id="263" name="ozg106" initials="o" lastIdx="1" clrIdx="92"/>
  <p:cmAuthor id="821" name="未知用户457" initials="未" lastIdx="1" clrIdx="0"/>
  <p:cmAuthor id="264" name="冰箱" initials="冰" lastIdx="1" clrIdx="0"/>
  <p:cmAuthor id="822" name="未知用户450" initials="未" lastIdx="0" clrIdx="0"/>
  <p:cmAuthor id="265" name="lixun" initials="l" lastIdx="0" clrIdx="16"/>
  <p:cmAuthor id="823" name="未知用户463" initials="未" lastIdx="1" clrIdx="18"/>
  <p:cmAuthor id="266" name="Isabella" initials="I" lastIdx="4" clrIdx="4"/>
  <p:cmAuthor id="824" name="未知用户467" initials="未" lastIdx="0" clrIdx="0"/>
  <p:cmAuthor id="267" name="KK Yoda" initials="K" lastIdx="1" clrIdx="10"/>
  <p:cmAuthor id="825" name="未知用户468" initials="未" lastIdx="1" clrIdx="0"/>
  <p:cmAuthor id="268" name="未知用户36" initials="未" lastIdx="10" clrIdx="0"/>
  <p:cmAuthor id="826" name="未知用户469" initials="未" lastIdx="1" clrIdx="0"/>
  <p:cmAuthor id="269" name="未知用户148" initials="未" lastIdx="1" clrIdx="0"/>
  <p:cmAuthor id="827" name="未知用户458" initials="未" lastIdx="2" clrIdx="0"/>
  <p:cmAuthor id="270" name="未知用户163" initials="未" lastIdx="1" clrIdx="0"/>
  <p:cmAuthor id="828" name="未知用户470" initials="未" lastIdx="1" clrIdx="0"/>
  <p:cmAuthor id="271" name="未知用户151" initials="未" lastIdx="0" clrIdx="1"/>
  <p:cmAuthor id="829" name="未知用户471" initials="未" lastIdx="1" clrIdx="0"/>
  <p:cmAuthor id="272" name="未知用户152" initials="未" lastIdx="3" clrIdx="0"/>
  <p:cmAuthor id="830" name="未知用户472" initials="未" lastIdx="1" clrIdx="0"/>
  <p:cmAuthor id="273" name="未知用户164" initials="未" lastIdx="0" clrIdx="1"/>
  <p:cmAuthor id="831" name="未知用户473" initials="未" lastIdx="4" clrIdx="0"/>
  <p:cmAuthor id="274" name="未知用户153" initials="未" lastIdx="2" clrIdx="0"/>
  <p:cmAuthor id="832" name="未知用户235" initials="未" lastIdx="0" clrIdx="1"/>
  <p:cmAuthor id="275" name="未知用户154" initials="未" lastIdx="1" clrIdx="0"/>
  <p:cmAuthor id="833" name="未知用户453" initials="未" lastIdx="1" clrIdx="0"/>
  <p:cmAuthor id="276" name="未知用户155" initials="未" lastIdx="2" clrIdx="0"/>
  <p:cmAuthor id="834" name="未知用户474" initials="未" lastIdx="0" clrIdx="0"/>
  <p:cmAuthor id="277" name="未知用户156" initials="未" lastIdx="15" clrIdx="0"/>
  <p:cmAuthor id="835" name="未知用户475" initials="未" lastIdx="0" clrIdx="0"/>
  <p:cmAuthor id="278" name="未知用户157" initials="未" lastIdx="1" clrIdx="0"/>
  <p:cmAuthor id="836" name="未知用户476" initials="未" lastIdx="1" clrIdx="0"/>
  <p:cmAuthor id="279" name="未知用户158" initials="未" lastIdx="7" clrIdx="0"/>
  <p:cmAuthor id="837" name="未知用户459" initials="未" lastIdx="1" clrIdx="1"/>
  <p:cmAuthor id="280" name="未知用户159" initials="未" lastIdx="1" clrIdx="0"/>
  <p:cmAuthor id="838" name="未知用户489" initials="未" lastIdx="1" clrIdx="0"/>
  <p:cmAuthor id="281" name="未知用户160" initials="未" lastIdx="1" clrIdx="0"/>
  <p:cmAuthor id="839" name="未知用户488" initials="未" lastIdx="10" clrIdx="0"/>
  <p:cmAuthor id="282" name="未知用户161" initials="未" lastIdx="1" clrIdx="0"/>
  <p:cmAuthor id="840" name="未知用户490" initials="未" lastIdx="1" clrIdx="0"/>
  <p:cmAuthor id="283" name="未知用户162" initials="未" lastIdx="2" clrIdx="0"/>
  <p:cmAuthor id="841" name="未知用户477" initials="未" lastIdx="2" clrIdx="0"/>
  <p:cmAuthor id="284" name="未知用户149" initials="未" lastIdx="0" clrIdx="0"/>
  <p:cmAuthor id="842" name="未知用户478" initials="未" lastIdx="1" clrIdx="0"/>
  <p:cmAuthor id="285" name="未知用户146" initials="未" lastIdx="1" clrIdx="21"/>
  <p:cmAuthor id="843" name="未知用户479" initials="未" lastIdx="0" clrIdx="8"/>
  <p:cmAuthor id="286" name="未知用户147" initials="未" lastIdx="1" clrIdx="0"/>
  <p:cmAuthor id="844" name="未知用户480" initials="未" lastIdx="1" clrIdx="0"/>
  <p:cmAuthor id="287" name="刘仕俭" initials="刘" lastIdx="1" clrIdx="0"/>
  <p:cmAuthor id="845" name="未知用户481" initials="未" lastIdx="10" clrIdx="0"/>
  <p:cmAuthor id="288" name="Changing Zhuang" initials="C" lastIdx="1" clrIdx="1"/>
  <p:cmAuthor id="846" name="未知用户482" initials="未" lastIdx="1" clrIdx="0"/>
  <p:cmAuthor id="289" name="未知用户177" initials="未" lastIdx="7" clrIdx="0"/>
  <p:cmAuthor id="847" name="未知用户483" initials="未" lastIdx="1" clrIdx="0"/>
  <p:cmAuthor id="290" name="未知用户178" initials="未" lastIdx="7" clrIdx="0"/>
  <p:cmAuthor id="848" name="未知用户484" initials="未" lastIdx="1" clrIdx="0"/>
  <p:cmAuthor id="291" name="未知用户179" initials="未" lastIdx="1" clrIdx="0"/>
  <p:cmAuthor id="849" name="未知用户485" initials="未" lastIdx="1" clrIdx="0"/>
  <p:cmAuthor id="292" name="未知用户180" initials="未" lastIdx="0" clrIdx="0"/>
  <p:cmAuthor id="850" name="未知用户486" initials="未" lastIdx="0" clrIdx="0"/>
  <p:cmAuthor id="293" name="未知用户181" initials="未" lastIdx="0" clrIdx="1"/>
  <p:cmAuthor id="851" name="未知用户452" initials="未" lastIdx="2" clrIdx="0"/>
  <p:cmAuthor id="294" name="未知用户182" initials="未" lastIdx="1" clrIdx="0"/>
  <p:cmAuthor id="852" name="未知用户456" initials="未" lastIdx="1" clrIdx="0"/>
  <p:cmAuthor id="295" name="未知用户183" initials="未" lastIdx="1" clrIdx="0"/>
  <p:cmAuthor id="853" name="未知用户464" initials="未" lastIdx="0" clrIdx="0"/>
  <p:cmAuthor id="296" name="未知用户184" initials="未" lastIdx="2" clrIdx="0"/>
  <p:cmAuthor id="854" name="未知用户487" initials="未" lastIdx="0" clrIdx="0"/>
  <p:cmAuthor id="297" name="未知用户187" initials="未" lastIdx="0" clrIdx="0"/>
  <p:cmAuthor id="298" name="未知用户185" initials="未" lastIdx="1" clrIdx="21"/>
  <p:cmAuthor id="299" name="未知用户186" initials="未" lastIdx="1" clrIdx="0"/>
  <p:cmAuthor id="300" name="哒哒 熊猫" initials="哒" lastIdx="1" clrIdx="0"/>
  <p:cmAuthor id="301" name="Yun-Ting Tseng" initials="Y" lastIdx="7" clrIdx="0"/>
  <p:cmAuthor id="302" name="Miss 豆" initials="M" lastIdx="0" clrIdx="0"/>
  <p:cmAuthor id="303" name="G" initials="G" lastIdx="1" clrIdx="22"/>
  <p:cmAuthor id="861" name="seki" initials="s" lastIdx="1" clrIdx="0"/>
  <p:cmAuthor id="304" name="我" initials="我" lastIdx="1" clrIdx="32"/>
  <p:cmAuthor id="305" name="??" initials="?" lastIdx="1" clrIdx="0"/>
  <p:cmAuthor id="307" name="未知用户108" initials="未" lastIdx="1" clrIdx="0"/>
  <p:cmAuthor id="308" name="未知用户72" initials="未" lastIdx="2" clrIdx="0"/>
  <p:cmAuthor id="309" name="未知用户73" initials="未" lastIdx="1" clrIdx="0"/>
  <p:cmAuthor id="310" name="未知用户74" initials="未" lastIdx="0" clrIdx="0"/>
  <p:cmAuthor id="311" name="未知用户110" initials="未" lastIdx="14" clrIdx="0"/>
  <p:cmAuthor id="312" name="未知用户77" initials="未" lastIdx="2" clrIdx="0"/>
  <p:cmAuthor id="313" name="百里 长青" initials="百" lastIdx="1" clrIdx="0"/>
  <p:cmAuthor id="314" name="熘?" initials="熘" lastIdx="1" clrIdx="0"/>
  <p:cmAuthor id="315" name="cpic" initials="c" lastIdx="0" clrIdx="0"/>
  <p:cmAuthor id="316" name="谷雨" initials="谷" lastIdx="1" clrIdx="0"/>
  <p:cmAuthor id="317" name="taowei" initials="t" lastIdx="1" clrIdx="0"/>
  <p:cmAuthor id="318" name="中星 叶" initials="中" lastIdx="1" clrIdx="22"/>
  <p:cmAuthor id="319" name="Dizzy" initials="D" lastIdx="3" clrIdx="0"/>
  <p:cmAuthor id="320" name="倚海听风" initials="倚" lastIdx="1" clrIdx="21"/>
  <p:cmAuthor id="321" name="CodonMedical" initials="C" lastIdx="109" clrIdx="2"/>
  <p:cmAuthor id="322" name="Yvonne Lin" initials="Y" lastIdx="35" clrIdx="3"/>
  <p:cmAuthor id="323" name="Gallivan, John-Paul {MDAO~Basel}" initials="G" lastIdx="4" clrIdx="4"/>
  <p:cmAuthor id="324" name="Helms, Hans-Joachim {MDBA~Basel}" initials="H" lastIdx="36" clrIdx="5"/>
  <p:cmAuthor id="325" name="Codon Medical" initials="C" lastIdx="57" clrIdx="6"/>
  <p:cmAuthor id="326" name="Petersen, Jenny {MDBD~South San Francisco}" initials="P" lastIdx="4" clrIdx="7"/>
  <p:cmAuthor id="327" name="刘风香" initials="刘" lastIdx="5" clrIdx="20"/>
  <p:cmAuthor id="328" name="feng wei" initials="f" lastIdx="1" clrIdx="0"/>
  <p:cmAuthor id="2000" name="张静_QZZvv2Aj" initials="authorId_625078060" lastIdx="1658295" clrIdx="95"/>
  <p:cmAuthor id="329" name="Meredith Kalish" initials="M" lastIdx="19" clrIdx="10"/>
  <p:cmAuthor id="330" name="Mary Beattie" initials="M" lastIdx="11" clrIdx="11"/>
  <p:cmAuthor id="331" name="Melanie Smitt" initials="M" lastIdx="33" clrIdx="12"/>
  <p:cmAuthor id="332" name="Andrea Michels" initials="A" lastIdx="13" clrIdx="13"/>
  <p:cmAuthor id="333" name="Daniel Clyde (HI)" initials="D" lastIdx="24" clrIdx="0"/>
  <p:cmAuthor id="334" name="Fitzpatrick, Nicole {MGAO~Basel}" initials="F" lastIdx="16" clrIdx="1"/>
  <p:cmAuthor id="335" name="Kate Rijnen" initials="K" lastIdx="11" clrIdx="2"/>
  <p:cmAuthor id="336" name="Mark McGregor (HI)" initials="M" lastIdx="33" clrIdx="3"/>
  <p:cmAuthor id="337" name="Machackova, Zuzana {MDAO~Basel}" initials="M" lastIdx="37" clrIdx="5"/>
  <p:cmAuthor id="338" name="Franca, Ryan {MDAO~Basel}" initials="F" lastIdx="6" clrIdx="6"/>
  <p:cmAuthor id="339" name="Bart Baranowski (HI)" initials="B" lastIdx="16" clrIdx="7"/>
  <p:cmAuthor id="340" name="Helen Keyworth (HI)" initials="H" lastIdx="77" clrIdx="8"/>
  <p:cmAuthor id="341" name="Louise Adamson (HI)" initials="L" lastIdx="173" clrIdx="9"/>
  <p:cmAuthor id="342" name="Andrew Moss (HI)" initials="A" lastIdx="10" clrIdx="10"/>
  <p:cmAuthor id="343" name="David Morgan (HI)" initials="D" lastIdx="17" clrIdx="11"/>
  <p:cmAuthor id="344" name="Kate Sillitoe (HI)" initials="K" lastIdx="4" clrIdx="12"/>
  <p:cmAuthor id="345" name="孟轩君" initials="孟" lastIdx="2" clrIdx="0"/>
  <p:cmAuthor id="346" name="hpguan" initials="h" lastIdx="27" clrIdx="0"/>
  <p:cmAuthor id="347" name="miaott" initials="m" lastIdx="0" clrIdx="195"/>
  <p:cmAuthor id="348" name="齐涛" initials="齐" lastIdx="1" clrIdx="0"/>
  <p:cmAuthor id="349" name="zhaoby01" initials="z" lastIdx="2" clrIdx="6"/>
  <p:cmAuthor id="350" name="Lydia" initials="L" lastIdx="1" clrIdx="0"/>
  <p:cmAuthor id="351" name="fengyuan03" initials="f" lastIdx="11" clrIdx="1"/>
  <p:cmAuthor id="352" name="古二蛋" initials="古" lastIdx="1" clrIdx="2"/>
  <p:cmAuthor id="353" name="xusha" initials="x" lastIdx="1" clrIdx="2"/>
  <p:cmAuthor id="354" name="李 东科" initials="李" lastIdx="1" clrIdx="35"/>
  <p:cmAuthor id="355" name="甘源" initials="甘" lastIdx="4" clrIdx="0"/>
  <p:cmAuthor id="356" name="何富军" initials="何" lastIdx="1" clrIdx="0"/>
  <p:cmAuthor id="357" name="闫秀丽" initials="闫" lastIdx="0" clrIdx="0"/>
  <p:cmAuthor id="358" name="fafa" initials="f" lastIdx="2" clrIdx="1"/>
  <p:cmAuthor id="359" name="qatr130" initials="q" lastIdx="1" clrIdx="0"/>
  <p:cmAuthor id="360" name="袁正海" initials="袁" lastIdx="1" clrIdx="0"/>
  <p:cmAuthor id="361" name="未知用户84" initials="未" lastIdx="1" clrIdx="0"/>
  <p:cmAuthor id="362" name="未知用户88" initials="未" lastIdx="1" clrIdx="0"/>
  <p:cmAuthor id="363" name="未知用户90" initials="未" lastIdx="1" clrIdx="0"/>
  <p:cmAuthor id="364" name="未知用户93" initials="未" lastIdx="1" clrIdx="0"/>
  <p:cmAuthor id="365" name="未知用户94" initials="未" lastIdx="0" clrIdx="0"/>
  <p:cmAuthor id="366" name="未知用户95" initials="未" lastIdx="1" clrIdx="0"/>
  <p:cmAuthor id="367" name="未知用户96" initials="未" lastIdx="0" clrIdx="1"/>
  <p:cmAuthor id="368" name="未知用户99" initials="未" lastIdx="10" clrIdx="0"/>
  <p:cmAuthor id="369" name="橙子" initials="橙" lastIdx="2" clrIdx="1"/>
  <p:cmAuthor id="370" name="加 林" initials="加" lastIdx="1" clrIdx="0"/>
  <p:cmAuthor id="371" name="wenle369@sina.com" initials="w" lastIdx="1" clrIdx="0"/>
  <p:cmAuthor id="372" name="未知用户418" initials="未" lastIdx="1" clrIdx="0"/>
  <p:cmAuthor id="373" name="未知用户271" initials="未" lastIdx="1" clrIdx="0"/>
  <p:cmAuthor id="374" name="think" initials="t" lastIdx="1" clrIdx="0"/>
  <p:cmAuthor id="375" name="过 去" initials="过" lastIdx="1" clrIdx="0"/>
  <p:cmAuthor id="376" name="ChinaUser" initials="C" lastIdx="1" clrIdx="0"/>
  <p:cmAuthor id="377" name="未知用户75" initials="未" lastIdx="0" clrIdx="0"/>
  <p:cmAuthor id="378" name="未知用户76" initials="未" lastIdx="1" clrIdx="0"/>
  <p:cmAuthor id="379" name="linkplus" initials="l" lastIdx="1" clrIdx="0"/>
  <p:cmAuthor id="380" name="未知用户118" initials="未" lastIdx="1" clrIdx="0"/>
  <p:cmAuthor id="381" name="未知用户119" initials="未" lastIdx="0" clrIdx="0"/>
  <p:cmAuthor id="382" name="未知用户120" initials="未" lastIdx="1" clrIdx="1"/>
  <p:cmAuthor id="383" name="未知用户121" initials="未" lastIdx="8" clrIdx="0"/>
  <p:cmAuthor id="384" name="未知用户122" initials="未" lastIdx="0" clrIdx="0"/>
  <p:cmAuthor id="385" name="未知用户123" initials="未" lastIdx="1" clrIdx="0"/>
  <p:cmAuthor id="386" name="未知用户124" initials="未" lastIdx="9" clrIdx="0"/>
  <p:cmAuthor id="387" name="未知用户125" initials="未" lastIdx="2" clrIdx="0"/>
  <p:cmAuthor id="388" name="未知用户126" initials="未" lastIdx="1" clrIdx="0"/>
  <p:cmAuthor id="389" name="未知用户127" initials="未" lastIdx="1" clrIdx="0"/>
  <p:cmAuthor id="390" name="未知用户128" initials="未" lastIdx="1" clrIdx="0"/>
  <p:cmAuthor id="391" name="未知用户129" initials="未" lastIdx="0" clrIdx="8"/>
  <p:cmAuthor id="392" name="未知用户130" initials="未" lastIdx="1" clrIdx="0"/>
  <p:cmAuthor id="393" name="未知用户131" initials="未" lastIdx="10" clrIdx="0"/>
  <p:cmAuthor id="394" name="未知用户132" initials="未" lastIdx="1" clrIdx="0"/>
  <p:cmAuthor id="395" name="未知用户133" initials="未" lastIdx="2" clrIdx="0"/>
  <p:cmAuthor id="396" name="未知用户134" initials="未" lastIdx="1" clrIdx="0"/>
  <p:cmAuthor id="397" name="未知用户135" initials="未" lastIdx="0" clrIdx="0"/>
  <p:cmAuthor id="398" name="未知用户136" initials="未" lastIdx="1" clrIdx="0"/>
  <p:cmAuthor id="399" name="未知用户137" initials="未" lastIdx="0" clrIdx="0"/>
  <p:cmAuthor id="400" name="未知用户138" initials="未" lastIdx="7" clrIdx="0"/>
  <p:cmAuthor id="401" name="未知用户141" initials="未" lastIdx="0" clrIdx="0"/>
  <p:cmAuthor id="402" name="未知用户142" initials="未" lastIdx="0" clrIdx="1"/>
  <p:cmAuthor id="403" name="未知用户143" initials="未" lastIdx="1" clrIdx="0"/>
  <p:cmAuthor id="404" name="未知用户144" initials="未" lastIdx="1" clrIdx="0"/>
  <p:cmAuthor id="405" name="未知用户145" initials="未" lastIdx="2" clrIdx="0"/>
  <p:cmAuthor id="406" name="未知用户114" initials="未" lastIdx="1" clrIdx="0"/>
  <p:cmAuthor id="407" name="未知用户115" initials="未" lastIdx="0" clrIdx="1"/>
  <p:cmAuthor id="408" name="未知用户116" initials="未" lastIdx="1" clrIdx="0"/>
  <p:cmAuthor id="409" name="未知用户117" initials="未" lastIdx="0" clrIdx="0"/>
  <p:cmAuthor id="410" name="未知用户139" initials="未" lastIdx="0" clrIdx="0"/>
  <p:cmAuthor id="411" name="未知用户188" initials="未" lastIdx="1" clrIdx="0"/>
  <p:cmAuthor id="412" name="未知用户189" initials="未" lastIdx="1" clrIdx="0"/>
  <p:cmAuthor id="413" name="未知用户165" initials="未" lastIdx="1" clrIdx="0"/>
  <p:cmAuthor id="414" name="未知用户166" initials="未" lastIdx="1" clrIdx="0"/>
  <p:cmAuthor id="415" name="未知用户167" initials="未" lastIdx="1" clrIdx="0"/>
  <p:cmAuthor id="416" name="未知用户168" initials="未" lastIdx="0" clrIdx="8"/>
  <p:cmAuthor id="417" name="未知用户169" initials="未" lastIdx="1" clrIdx="0"/>
  <p:cmAuthor id="418" name="未知用户170" initials="未" lastIdx="10" clrIdx="0"/>
  <p:cmAuthor id="419" name="未知用户171" initials="未" lastIdx="1" clrIdx="0"/>
  <p:cmAuthor id="420" name="未知用户172" initials="未" lastIdx="2" clrIdx="0"/>
  <p:cmAuthor id="421" name="未知用户173" initials="未" lastIdx="1" clrIdx="0"/>
  <p:cmAuthor id="422" name="未知用户174" initials="未" lastIdx="0" clrIdx="0"/>
  <p:cmAuthor id="423" name="未知用户175" initials="未" lastIdx="1" clrIdx="0"/>
  <p:cmAuthor id="424" name="未知用户176" initials="未" lastIdx="0" clrIdx="0"/>
  <p:cmAuthor id="425" name="未知用户68" initials="未" lastIdx="1" clrIdx="0"/>
  <p:cmAuthor id="426" name="未知用户65" initials="未" lastIdx="1" clrIdx="0"/>
  <p:cmAuthor id="427" name="alen" initials="a" lastIdx="2" clrIdx="0"/>
  <p:cmAuthor id="428" name="USER" initials="U" lastIdx="0" clrIdx="0"/>
  <p:cmAuthor id="429" name="王 一鸣" initials="王" lastIdx="1" clrIdx="0"/>
  <p:cmAuthor id="430" name="Well Li" initials="W" lastIdx="1" clrIdx="0"/>
  <p:cmAuthor id="431" name="任俊宣" initials="任" lastIdx="1" clrIdx="6"/>
  <p:cmAuthor id="432" name="未知用户198" initials="未" lastIdx="0" clrIdx="0"/>
  <p:cmAuthor id="433" name="未知用户150" initials="未" lastIdx="1" clrIdx="0"/>
  <p:cmAuthor id="434" name="未知用户220" initials="未" lastIdx="1" clrIdx="0"/>
  <p:cmAuthor id="435" name="未知用户221" initials="未" lastIdx="1" clrIdx="0"/>
  <p:cmAuthor id="436" name="未知用户199" initials="未" lastIdx="0" clrIdx="1"/>
  <p:cmAuthor id="437" name="未知用户200" initials="未" lastIdx="2" clrIdx="0"/>
  <p:cmAuthor id="438" name="未知用户201" initials="未" lastIdx="11" clrIdx="1"/>
  <p:cmAuthor id="439" name="未知用户214" initials="未" lastIdx="1" clrIdx="0"/>
  <p:cmAuthor id="440" name="未知用户216" initials="未" lastIdx="1" clrIdx="0"/>
  <p:cmAuthor id="441" name="未知用户202" initials="未" lastIdx="2" clrIdx="0"/>
  <p:cmAuthor id="442" name="未知用户203" initials="未" lastIdx="15" clrIdx="0"/>
  <p:cmAuthor id="443" name="未知用户204" initials="未" lastIdx="1" clrIdx="0"/>
  <p:cmAuthor id="444" name="未知用户205" initials="未" lastIdx="7" clrIdx="0"/>
  <p:cmAuthor id="445" name="未知用户206" initials="未" lastIdx="1" clrIdx="0"/>
  <p:cmAuthor id="446" name="未知用户207" initials="未" lastIdx="1" clrIdx="0"/>
  <p:cmAuthor id="447" name="未知用户208" initials="未" lastIdx="1" clrIdx="0"/>
  <p:cmAuthor id="448" name="未知用户209" initials="未" lastIdx="2" clrIdx="0"/>
  <p:cmAuthor id="449" name="未知用户210" initials="未" lastIdx="0" clrIdx="0"/>
  <p:cmAuthor id="450" name="未知用户213" initials="未" lastIdx="1" clrIdx="2"/>
  <p:cmAuthor id="451" name="未知用户211" initials="未" lastIdx="1" clrIdx="0"/>
  <p:cmAuthor id="452" name="?定义" initials="?" lastIdx="2" clrIdx="0"/>
  <p:cmAuthor id="453" name="sxp" initials="s" lastIdx="1" clrIdx="2"/>
  <p:cmAuthor id="454" name="allan" initials="a" lastIdx="1" clrIdx="0"/>
  <p:cmAuthor id="513" name="王 金谦" initials="王" lastIdx="2" clrIdx="21"/>
  <p:cmAuthor id="516" name="未知用户197" initials="未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700"/>
    <a:srgbClr val="0091DB"/>
    <a:srgbClr val="5365D9"/>
    <a:srgbClr val="8C99E6"/>
    <a:srgbClr val="FFF3CB"/>
    <a:srgbClr val="F8C999"/>
    <a:srgbClr val="B5E9C0"/>
    <a:srgbClr val="F6D9F7"/>
    <a:srgbClr val="EDB3EF"/>
    <a:srgbClr val="0AB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/>
    <p:restoredTop sz="94660"/>
  </p:normalViewPr>
  <p:slideViewPr>
    <p:cSldViewPr snapToGrid="0" showGuides="1">
      <p:cViewPr varScale="1">
        <p:scale>
          <a:sx n="61" d="100"/>
          <a:sy n="61" d="100"/>
        </p:scale>
        <p:origin x="348" y="52"/>
      </p:cViewPr>
      <p:guideLst>
        <p:guide orient="horz" pos="2298"/>
        <p:guide pos="29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33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96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341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3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4294967295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69925" y="254000"/>
            <a:ext cx="9856543" cy="537662"/>
          </a:xfrm>
        </p:spPr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首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任意多边形: 形状 15"/>
          <p:cNvSpPr/>
          <p:nvPr/>
        </p:nvSpPr>
        <p:spPr>
          <a:xfrm flipH="1" flipV="1">
            <a:off x="0" y="2295525"/>
            <a:ext cx="12192000" cy="2747963"/>
          </a:xfrm>
          <a:custGeom>
            <a:avLst/>
            <a:gdLst>
              <a:gd name="connsiteX0" fmla="*/ 0 w 12192000"/>
              <a:gd name="connsiteY0" fmla="*/ 0 h 5406894"/>
              <a:gd name="connsiteX1" fmla="*/ 12192000 w 12192000"/>
              <a:gd name="connsiteY1" fmla="*/ 4860636 h 5406894"/>
              <a:gd name="connsiteX2" fmla="*/ 12192000 w 12192000"/>
              <a:gd name="connsiteY2" fmla="*/ 5406894 h 5406894"/>
              <a:gd name="connsiteX3" fmla="*/ 0 w 12192000"/>
              <a:gd name="connsiteY3" fmla="*/ 546258 h 5406894"/>
              <a:gd name="connsiteX0-1" fmla="*/ 0 w 12192000"/>
              <a:gd name="connsiteY0-2" fmla="*/ 0 h 5406894"/>
              <a:gd name="connsiteX1-3" fmla="*/ 12192000 w 12192000"/>
              <a:gd name="connsiteY1-4" fmla="*/ 3143705 h 5406894"/>
              <a:gd name="connsiteX2-5" fmla="*/ 12192000 w 12192000"/>
              <a:gd name="connsiteY2-6" fmla="*/ 5406894 h 5406894"/>
              <a:gd name="connsiteX3-7" fmla="*/ 0 w 12192000"/>
              <a:gd name="connsiteY3-8" fmla="*/ 546258 h 5406894"/>
              <a:gd name="connsiteX4" fmla="*/ 0 w 12192000"/>
              <a:gd name="connsiteY4" fmla="*/ 0 h 5406894"/>
              <a:gd name="connsiteX0-9" fmla="*/ 0 w 12192000"/>
              <a:gd name="connsiteY0-10" fmla="*/ 0 h 3731840"/>
              <a:gd name="connsiteX1-11" fmla="*/ 12192000 w 12192000"/>
              <a:gd name="connsiteY1-12" fmla="*/ 3143705 h 3731840"/>
              <a:gd name="connsiteX2-13" fmla="*/ 12192000 w 12192000"/>
              <a:gd name="connsiteY2-14" fmla="*/ 3731840 h 3731840"/>
              <a:gd name="connsiteX3-15" fmla="*/ 0 w 12192000"/>
              <a:gd name="connsiteY3-16" fmla="*/ 546258 h 3731840"/>
              <a:gd name="connsiteX4-17" fmla="*/ 0 w 12192000"/>
              <a:gd name="connsiteY4-18" fmla="*/ 0 h 3731840"/>
              <a:gd name="connsiteX0-19" fmla="*/ 0 w 12192000"/>
              <a:gd name="connsiteY0-20" fmla="*/ 0 h 3585272"/>
              <a:gd name="connsiteX1-21" fmla="*/ 12192000 w 12192000"/>
              <a:gd name="connsiteY1-22" fmla="*/ 3143705 h 3585272"/>
              <a:gd name="connsiteX2-23" fmla="*/ 12175958 w 12192000"/>
              <a:gd name="connsiteY2-24" fmla="*/ 3585272 h 3585272"/>
              <a:gd name="connsiteX3-25" fmla="*/ 0 w 12192000"/>
              <a:gd name="connsiteY3-26" fmla="*/ 546258 h 3585272"/>
              <a:gd name="connsiteX4-27" fmla="*/ 0 w 12192000"/>
              <a:gd name="connsiteY4-28" fmla="*/ 0 h 3585272"/>
              <a:gd name="connsiteX0-29" fmla="*/ 0 w 12192000"/>
              <a:gd name="connsiteY0-30" fmla="*/ 0 h 3585272"/>
              <a:gd name="connsiteX1-31" fmla="*/ 12192000 w 12192000"/>
              <a:gd name="connsiteY1-32" fmla="*/ 3039014 h 3585272"/>
              <a:gd name="connsiteX2-33" fmla="*/ 12175958 w 12192000"/>
              <a:gd name="connsiteY2-34" fmla="*/ 3585272 h 3585272"/>
              <a:gd name="connsiteX3-35" fmla="*/ 0 w 12192000"/>
              <a:gd name="connsiteY3-36" fmla="*/ 546258 h 3585272"/>
              <a:gd name="connsiteX4-37" fmla="*/ 0 w 12192000"/>
              <a:gd name="connsiteY4-38" fmla="*/ 0 h 35852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12192000" h="3585272">
                <a:moveTo>
                  <a:pt x="0" y="0"/>
                </a:moveTo>
                <a:lnTo>
                  <a:pt x="12192000" y="3039014"/>
                </a:lnTo>
                <a:lnTo>
                  <a:pt x="12175958" y="3585272"/>
                </a:lnTo>
                <a:lnTo>
                  <a:pt x="0" y="54625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E7800">
                  <a:alpha val="0"/>
                </a:srgbClr>
              </a:gs>
              <a:gs pos="31000">
                <a:srgbClr val="EE7800"/>
              </a:gs>
              <a:gs pos="80000">
                <a:srgbClr val="EE78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任意多边形: 形状 14"/>
          <p:cNvSpPr/>
          <p:nvPr/>
        </p:nvSpPr>
        <p:spPr>
          <a:xfrm>
            <a:off x="0" y="2701925"/>
            <a:ext cx="12192000" cy="4156075"/>
          </a:xfrm>
          <a:custGeom>
            <a:avLst/>
            <a:gdLst>
              <a:gd name="connsiteX0" fmla="*/ 0 w 12192000"/>
              <a:gd name="connsiteY0" fmla="*/ 0 h 5424892"/>
              <a:gd name="connsiteX1" fmla="*/ 12192000 w 12192000"/>
              <a:gd name="connsiteY1" fmla="*/ 4860636 h 5424892"/>
              <a:gd name="connsiteX2" fmla="*/ 12192000 w 12192000"/>
              <a:gd name="connsiteY2" fmla="*/ 5424892 h 5424892"/>
              <a:gd name="connsiteX3" fmla="*/ 12191999 w 12192000"/>
              <a:gd name="connsiteY3" fmla="*/ 5424892 h 5424892"/>
              <a:gd name="connsiteX4" fmla="*/ 0 w 12192000"/>
              <a:gd name="connsiteY4" fmla="*/ 5424892 h 5424892"/>
              <a:gd name="connsiteX0-1" fmla="*/ 0 w 12192000"/>
              <a:gd name="connsiteY0-2" fmla="*/ 0 h 5424892"/>
              <a:gd name="connsiteX1-3" fmla="*/ 12192000 w 12192000"/>
              <a:gd name="connsiteY1-4" fmla="*/ 3059952 h 5424892"/>
              <a:gd name="connsiteX2-5" fmla="*/ 12192000 w 12192000"/>
              <a:gd name="connsiteY2-6" fmla="*/ 5424892 h 5424892"/>
              <a:gd name="connsiteX3-7" fmla="*/ 12191999 w 12192000"/>
              <a:gd name="connsiteY3-8" fmla="*/ 5424892 h 5424892"/>
              <a:gd name="connsiteX4-9" fmla="*/ 0 w 12192000"/>
              <a:gd name="connsiteY4-10" fmla="*/ 5424892 h 5424892"/>
              <a:gd name="connsiteX5" fmla="*/ 0 w 12192000"/>
              <a:gd name="connsiteY5" fmla="*/ 0 h 54248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" y="connsiteY5"/>
              </a:cxn>
            </a:cxnLst>
            <a:rect l="l" t="t" r="r" b="b"/>
            <a:pathLst>
              <a:path w="12192000" h="5424892">
                <a:moveTo>
                  <a:pt x="0" y="0"/>
                </a:moveTo>
                <a:lnTo>
                  <a:pt x="12192000" y="3059952"/>
                </a:lnTo>
                <a:lnTo>
                  <a:pt x="12192000" y="5424892"/>
                </a:lnTo>
                <a:lnTo>
                  <a:pt x="12191999" y="5424892"/>
                </a:lnTo>
                <a:lnTo>
                  <a:pt x="0" y="54248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EE7800"/>
              </a:gs>
              <a:gs pos="100000">
                <a:srgbClr val="EE78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07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5938" y="280988"/>
            <a:ext cx="1746250" cy="7493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108" name="组合 14"/>
          <p:cNvGrpSpPr/>
          <p:nvPr userDrawn="1"/>
        </p:nvGrpSpPr>
        <p:grpSpPr>
          <a:xfrm>
            <a:off x="9612313" y="280988"/>
            <a:ext cx="2063750" cy="866775"/>
            <a:chOff x="9419923" y="1587285"/>
            <a:chExt cx="2064507" cy="866546"/>
          </a:xfrm>
        </p:grpSpPr>
        <p:pic>
          <p:nvPicPr>
            <p:cNvPr id="4115" name="图片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19923" y="1587285"/>
              <a:ext cx="2064507" cy="866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矩形 11"/>
            <p:cNvSpPr/>
            <p:nvPr/>
          </p:nvSpPr>
          <p:spPr>
            <a:xfrm rot="20312181" flipH="1" flipV="1">
              <a:off x="9543793" y="1803128"/>
              <a:ext cx="1011608" cy="393596"/>
            </a:xfrm>
            <a:custGeom>
              <a:avLst/>
              <a:gdLst>
                <a:gd name="connsiteX0" fmla="*/ 0 w 1886858"/>
                <a:gd name="connsiteY0" fmla="*/ 0 h 405713"/>
                <a:gd name="connsiteX1" fmla="*/ 1886858 w 1886858"/>
                <a:gd name="connsiteY1" fmla="*/ 0 h 405713"/>
                <a:gd name="connsiteX2" fmla="*/ 1886858 w 1886858"/>
                <a:gd name="connsiteY2" fmla="*/ 405713 h 405713"/>
                <a:gd name="connsiteX3" fmla="*/ 0 w 1886858"/>
                <a:gd name="connsiteY3" fmla="*/ 405713 h 405713"/>
                <a:gd name="connsiteX4" fmla="*/ 0 w 1886858"/>
                <a:gd name="connsiteY4" fmla="*/ 0 h 405713"/>
                <a:gd name="connsiteX0-1" fmla="*/ 0 w 6735083"/>
                <a:gd name="connsiteY0-2" fmla="*/ 0 h 1882088"/>
                <a:gd name="connsiteX1-3" fmla="*/ 1886858 w 6735083"/>
                <a:gd name="connsiteY1-4" fmla="*/ 0 h 1882088"/>
                <a:gd name="connsiteX2-5" fmla="*/ 6735083 w 6735083"/>
                <a:gd name="connsiteY2-6" fmla="*/ 1882088 h 1882088"/>
                <a:gd name="connsiteX3-7" fmla="*/ 0 w 6735083"/>
                <a:gd name="connsiteY3-8" fmla="*/ 405713 h 1882088"/>
                <a:gd name="connsiteX4-9" fmla="*/ 0 w 6735083"/>
                <a:gd name="connsiteY4-10" fmla="*/ 0 h 1882088"/>
                <a:gd name="connsiteX0-11" fmla="*/ 0 w 7000875"/>
                <a:gd name="connsiteY0-12" fmla="*/ 0 h 2720288"/>
                <a:gd name="connsiteX1-13" fmla="*/ 1886858 w 7000875"/>
                <a:gd name="connsiteY1-14" fmla="*/ 0 h 2720288"/>
                <a:gd name="connsiteX2-15" fmla="*/ 6735083 w 7000875"/>
                <a:gd name="connsiteY2-16" fmla="*/ 1882088 h 2720288"/>
                <a:gd name="connsiteX3-17" fmla="*/ 7000875 w 7000875"/>
                <a:gd name="connsiteY3-18" fmla="*/ 2720288 h 2720288"/>
                <a:gd name="connsiteX4-19" fmla="*/ 0 w 7000875"/>
                <a:gd name="connsiteY4-20" fmla="*/ 0 h 2720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7000875" h="2720288">
                  <a:moveTo>
                    <a:pt x="0" y="0"/>
                  </a:moveTo>
                  <a:lnTo>
                    <a:pt x="1886858" y="0"/>
                  </a:lnTo>
                  <a:lnTo>
                    <a:pt x="6735083" y="1882088"/>
                  </a:lnTo>
                  <a:lnTo>
                    <a:pt x="7000875" y="272028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5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9418638" y="5938838"/>
            <a:ext cx="2395538" cy="500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泰康保险集团股份有限公司</a:t>
            </a: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2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Taikang Insurance Group Inc.</a:t>
            </a:r>
            <a:endParaRPr kumimoji="0" lang="en-US" altLang="zh-CN" sz="122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569810" y="3701143"/>
            <a:ext cx="6809557" cy="159919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4" name="日期占位符 1"/>
          <p:cNvSpPr>
            <a:spLocks noGrp="1"/>
          </p:cNvSpPr>
          <p:nvPr>
            <p:ph type="dt" sz="half" idx="2"/>
          </p:nvPr>
        </p:nvSpPr>
        <p:spPr>
          <a:xfrm>
            <a:off x="4681538" y="6240463"/>
            <a:ext cx="2828925" cy="177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11166475" y="6240463"/>
            <a:ext cx="352425" cy="1778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ct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</p:nvPr>
        </p:nvSpPr>
        <p:spPr>
          <a:xfrm>
            <a:off x="660400" y="6240463"/>
            <a:ext cx="2954338" cy="177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123" name="组合 51"/>
          <p:cNvGrpSpPr/>
          <p:nvPr userDrawn="1"/>
        </p:nvGrpSpPr>
        <p:grpSpPr>
          <a:xfrm>
            <a:off x="685800" y="762000"/>
            <a:ext cx="1576388" cy="1169988"/>
            <a:chOff x="1696982" y="1120792"/>
            <a:chExt cx="1576102" cy="1169551"/>
          </a:xfrm>
        </p:grpSpPr>
        <p:sp>
          <p:nvSpPr>
            <p:cNvPr id="6" name="文本框 52"/>
            <p:cNvSpPr txBox="1">
              <a:spLocks noChangeArrowheads="1"/>
            </p:cNvSpPr>
            <p:nvPr/>
          </p:nvSpPr>
          <p:spPr bwMode="auto">
            <a:xfrm>
              <a:off x="1696982" y="1120792"/>
              <a:ext cx="1576102" cy="7696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</a:t>
              </a:r>
              <a:endPara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53"/>
            <p:cNvSpPr txBox="1">
              <a:spLocks noChangeArrowheads="1"/>
            </p:cNvSpPr>
            <p:nvPr/>
          </p:nvSpPr>
          <p:spPr bwMode="auto">
            <a:xfrm>
              <a:off x="1696982" y="1890442"/>
              <a:ext cx="1576102" cy="39990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E5702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CONTENTS</a:t>
              </a:r>
              <a:endPara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E570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5124" name="图片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3213" y="325438"/>
            <a:ext cx="1171575" cy="479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2948179" y="153138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rgbClr val="E56F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3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590553" y="153138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1" kern="0" dirty="0">
                <a:ln w="3175">
                  <a:noFill/>
                </a:ln>
                <a:solidFill>
                  <a:srgbClr val="EE7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4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948179" y="2370625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590553" y="2370625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6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2948179" y="3208884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7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3590553" y="3208884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8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2948179" y="4046166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3590553" y="4046166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0" name="文本占位符 2"/>
          <p:cNvSpPr>
            <a:spLocks noGrp="1"/>
          </p:cNvSpPr>
          <p:nvPr>
            <p:ph type="body" sz="quarter" idx="18"/>
          </p:nvPr>
        </p:nvSpPr>
        <p:spPr>
          <a:xfrm>
            <a:off x="2948179" y="4882471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1" name="文本占位符 4"/>
          <p:cNvSpPr>
            <a:spLocks noGrp="1"/>
          </p:cNvSpPr>
          <p:nvPr>
            <p:ph type="body" sz="quarter" idx="19"/>
          </p:nvPr>
        </p:nvSpPr>
        <p:spPr>
          <a:xfrm>
            <a:off x="3590553" y="4882471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2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147" name="组合 26"/>
          <p:cNvGrpSpPr/>
          <p:nvPr userDrawn="1"/>
        </p:nvGrpSpPr>
        <p:grpSpPr>
          <a:xfrm>
            <a:off x="685800" y="762000"/>
            <a:ext cx="1576388" cy="1169988"/>
            <a:chOff x="1696982" y="1120792"/>
            <a:chExt cx="1576102" cy="1169551"/>
          </a:xfrm>
        </p:grpSpPr>
        <p:sp>
          <p:nvSpPr>
            <p:cNvPr id="6" name="文本框 28"/>
            <p:cNvSpPr txBox="1">
              <a:spLocks noChangeArrowheads="1"/>
            </p:cNvSpPr>
            <p:nvPr/>
          </p:nvSpPr>
          <p:spPr bwMode="auto">
            <a:xfrm>
              <a:off x="1696982" y="1120792"/>
              <a:ext cx="1576102" cy="7696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</a:t>
              </a:r>
              <a:endPara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29"/>
            <p:cNvSpPr txBox="1">
              <a:spLocks noChangeArrowheads="1"/>
            </p:cNvSpPr>
            <p:nvPr/>
          </p:nvSpPr>
          <p:spPr bwMode="auto">
            <a:xfrm>
              <a:off x="1696982" y="1890442"/>
              <a:ext cx="1576102" cy="39990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E5702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CONTENTS</a:t>
              </a:r>
              <a:endPara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E570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6148" name="图片 3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3213" y="325438"/>
            <a:ext cx="1171575" cy="479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20782" y="2237472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rgbClr val="E56F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32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863156" y="2237472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1" kern="0" dirty="0">
                <a:ln w="3175">
                  <a:noFill/>
                </a:ln>
                <a:solidFill>
                  <a:srgbClr val="EE7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1220782" y="293356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3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863156" y="293356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35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220782" y="362868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1863156" y="362868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7" name="文本占位符 2"/>
          <p:cNvSpPr>
            <a:spLocks noGrp="1"/>
          </p:cNvSpPr>
          <p:nvPr>
            <p:ph type="body" sz="quarter" idx="16"/>
          </p:nvPr>
        </p:nvSpPr>
        <p:spPr>
          <a:xfrm>
            <a:off x="1220782" y="4343480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8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1863156" y="4343480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9" name="文本占位符 2"/>
          <p:cNvSpPr>
            <a:spLocks noGrp="1"/>
          </p:cNvSpPr>
          <p:nvPr>
            <p:ph type="body" sz="quarter" idx="18"/>
          </p:nvPr>
        </p:nvSpPr>
        <p:spPr>
          <a:xfrm>
            <a:off x="1220782" y="5048304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0" name="文本占位符 4"/>
          <p:cNvSpPr>
            <a:spLocks noGrp="1"/>
          </p:cNvSpPr>
          <p:nvPr>
            <p:ph type="body" sz="quarter" idx="19"/>
          </p:nvPr>
        </p:nvSpPr>
        <p:spPr>
          <a:xfrm>
            <a:off x="1863156" y="5048304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1" name="文本占位符 2"/>
          <p:cNvSpPr>
            <a:spLocks noGrp="1"/>
          </p:cNvSpPr>
          <p:nvPr>
            <p:ph type="body" sz="quarter" idx="20"/>
          </p:nvPr>
        </p:nvSpPr>
        <p:spPr>
          <a:xfrm>
            <a:off x="5534356" y="2237472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2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176730" y="2237472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3" name="文本占位符 2"/>
          <p:cNvSpPr>
            <a:spLocks noGrp="1"/>
          </p:cNvSpPr>
          <p:nvPr>
            <p:ph type="body" sz="quarter" idx="22"/>
          </p:nvPr>
        </p:nvSpPr>
        <p:spPr>
          <a:xfrm>
            <a:off x="5534356" y="293356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4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6176730" y="293356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5" name="文本占位符 2"/>
          <p:cNvSpPr>
            <a:spLocks noGrp="1"/>
          </p:cNvSpPr>
          <p:nvPr>
            <p:ph type="body" sz="quarter" idx="24"/>
          </p:nvPr>
        </p:nvSpPr>
        <p:spPr>
          <a:xfrm>
            <a:off x="5534356" y="362868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6" name="文本占位符 4"/>
          <p:cNvSpPr>
            <a:spLocks noGrp="1"/>
          </p:cNvSpPr>
          <p:nvPr>
            <p:ph type="body" sz="quarter" idx="25"/>
          </p:nvPr>
        </p:nvSpPr>
        <p:spPr>
          <a:xfrm>
            <a:off x="6176730" y="362868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7" name="文本占位符 2"/>
          <p:cNvSpPr>
            <a:spLocks noGrp="1"/>
          </p:cNvSpPr>
          <p:nvPr>
            <p:ph type="body" sz="quarter" idx="26"/>
          </p:nvPr>
        </p:nvSpPr>
        <p:spPr>
          <a:xfrm>
            <a:off x="5534356" y="4343480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8" name="文本占位符 4"/>
          <p:cNvSpPr>
            <a:spLocks noGrp="1"/>
          </p:cNvSpPr>
          <p:nvPr>
            <p:ph type="body" sz="quarter" idx="27"/>
          </p:nvPr>
        </p:nvSpPr>
        <p:spPr>
          <a:xfrm>
            <a:off x="6176730" y="4343480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9" name="文本占位符 2"/>
          <p:cNvSpPr>
            <a:spLocks noGrp="1"/>
          </p:cNvSpPr>
          <p:nvPr>
            <p:ph type="body" sz="quarter" idx="28"/>
          </p:nvPr>
        </p:nvSpPr>
        <p:spPr>
          <a:xfrm>
            <a:off x="5534356" y="5048304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70" name="文本占位符 4"/>
          <p:cNvSpPr>
            <a:spLocks noGrp="1"/>
          </p:cNvSpPr>
          <p:nvPr>
            <p:ph type="body" sz="quarter" idx="29"/>
          </p:nvPr>
        </p:nvSpPr>
        <p:spPr>
          <a:xfrm>
            <a:off x="6176730" y="5048304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1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3213" y="325438"/>
            <a:ext cx="1171575" cy="479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标题 4"/>
          <p:cNvSpPr>
            <a:spLocks noGrp="1"/>
          </p:cNvSpPr>
          <p:nvPr>
            <p:ph type="title"/>
          </p:nvPr>
        </p:nvSpPr>
        <p:spPr>
          <a:xfrm>
            <a:off x="664385" y="2462837"/>
            <a:ext cx="4692173" cy="43657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4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664385" y="3018449"/>
            <a:ext cx="4711700" cy="23907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660400" y="1130300"/>
            <a:ext cx="1646277" cy="1222375"/>
          </a:xfrm>
        </p:spPr>
        <p:txBody>
          <a:bodyPr>
            <a:noAutofit/>
          </a:bodyPr>
          <a:lstStyle>
            <a:lvl1pPr marL="0" indent="0">
              <a:buNone/>
              <a:defRPr sz="9000" b="1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"/>
          <p:cNvSpPr/>
          <p:nvPr/>
        </p:nvSpPr>
        <p:spPr>
          <a:xfrm rot="16200000">
            <a:off x="11906250" y="6484938"/>
            <a:ext cx="76200" cy="49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8"/>
          <p:cNvSpPr txBox="1">
            <a:spLocks noChangeArrowheads="1"/>
          </p:cNvSpPr>
          <p:nvPr/>
        </p:nvSpPr>
        <p:spPr bwMode="auto">
          <a:xfrm>
            <a:off x="11480800" y="6515100"/>
            <a:ext cx="623888" cy="1793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 algn="ctr" eaLnBrk="1" hangingPunct="1">
              <a:buNone/>
            </a:pPr>
            <a:fld id="{9A0DB2DC-4C9A-4742-B13C-FB6460FD3503}" type="slidenum">
              <a:rPr lang="zh-CN" altLang="en-US" sz="1200" dirty="0">
                <a:latin typeface="Arial" panose="020B0604020202020204" pitchFamily="34" charset="0"/>
              </a:rPr>
            </a:fld>
            <a:endParaRPr lang="zh-CN" altLang="en-US" sz="1200" dirty="0"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254000"/>
            <a:ext cx="9856543" cy="5376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2" name="内容占位符 7"/>
          <p:cNvSpPr>
            <a:spLocks noGrp="1"/>
          </p:cNvSpPr>
          <p:nvPr>
            <p:ph sz="quarter" idx="13"/>
          </p:nvPr>
        </p:nvSpPr>
        <p:spPr>
          <a:xfrm>
            <a:off x="660399" y="1130300"/>
            <a:ext cx="10858500" cy="5003800"/>
          </a:xfrm>
        </p:spPr>
        <p:txBody>
          <a:bodyPr/>
          <a:lstStyle>
            <a:lvl1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2"/>
          </p:nvPr>
        </p:nvSpPr>
        <p:spPr>
          <a:xfrm>
            <a:off x="4681538" y="6240463"/>
            <a:ext cx="2828925" cy="177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166475" y="6240463"/>
            <a:ext cx="352425" cy="1778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ct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660400" y="6240463"/>
            <a:ext cx="2954338" cy="177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6200000">
            <a:off x="11906250" y="6484938"/>
            <a:ext cx="76200" cy="49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灯片编号占位符 8"/>
          <p:cNvSpPr txBox="1">
            <a:spLocks noChangeArrowheads="1"/>
          </p:cNvSpPr>
          <p:nvPr/>
        </p:nvSpPr>
        <p:spPr bwMode="auto">
          <a:xfrm>
            <a:off x="11480800" y="6515100"/>
            <a:ext cx="623888" cy="1793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 algn="ctr" eaLnBrk="1" hangingPunct="1">
              <a:buNone/>
            </a:pPr>
            <a:fld id="{9A0DB2DC-4C9A-4742-B13C-FB6460FD3503}" type="slidenum">
              <a:rPr lang="zh-CN" altLang="en-US" sz="1200" dirty="0">
                <a:latin typeface="Arial" panose="020B0604020202020204" pitchFamily="34" charset="0"/>
              </a:rPr>
            </a:fld>
            <a:endParaRPr lang="zh-CN" altLang="en-US" sz="1200" dirty="0">
              <a:latin typeface="Arial" panose="020B0604020202020204" pitchFamily="34" charset="0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69925" y="254000"/>
            <a:ext cx="9856543" cy="5376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日期占位符 1"/>
          <p:cNvSpPr>
            <a:spLocks noGrp="1"/>
          </p:cNvSpPr>
          <p:nvPr>
            <p:ph type="dt" sz="half" idx="2"/>
          </p:nvPr>
        </p:nvSpPr>
        <p:spPr>
          <a:xfrm>
            <a:off x="4681538" y="6240463"/>
            <a:ext cx="2828925" cy="177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11166475" y="6240463"/>
            <a:ext cx="352425" cy="1778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ct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660400" y="6240463"/>
            <a:ext cx="2954338" cy="177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6200000">
            <a:off x="11906250" y="6484938"/>
            <a:ext cx="76200" cy="49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灯片编号占位符 8"/>
          <p:cNvSpPr txBox="1">
            <a:spLocks noChangeArrowheads="1"/>
          </p:cNvSpPr>
          <p:nvPr/>
        </p:nvSpPr>
        <p:spPr bwMode="auto">
          <a:xfrm>
            <a:off x="11480800" y="6515100"/>
            <a:ext cx="623888" cy="1793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 algn="ctr" eaLnBrk="1" hangingPunct="1">
              <a:buNone/>
            </a:pPr>
            <a:fld id="{9A0DB2DC-4C9A-4742-B13C-FB6460FD3503}" type="slidenum">
              <a:rPr lang="zh-CN" altLang="en-US" sz="1200" dirty="0">
                <a:latin typeface="Arial" panose="020B0604020202020204" pitchFamily="34" charset="0"/>
              </a:rPr>
            </a:fld>
            <a:endParaRPr lang="zh-CN" altLang="en-US" sz="1200" dirty="0">
              <a:latin typeface="Arial" panose="020B0604020202020204" pitchFamily="34" charset="0"/>
            </a:endParaRPr>
          </a:p>
        </p:txBody>
      </p:sp>
      <p:pic>
        <p:nvPicPr>
          <p:cNvPr id="10244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3213" y="325438"/>
            <a:ext cx="1171575" cy="479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6200000">
            <a:off x="11906250" y="6484938"/>
            <a:ext cx="76200" cy="49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灯片编号占位符 8"/>
          <p:cNvSpPr txBox="1">
            <a:spLocks noChangeArrowheads="1"/>
          </p:cNvSpPr>
          <p:nvPr/>
        </p:nvSpPr>
        <p:spPr bwMode="auto">
          <a:xfrm>
            <a:off x="11480800" y="6515100"/>
            <a:ext cx="623888" cy="1793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 algn="ctr" eaLnBrk="1" hangingPunct="1">
              <a:buNone/>
            </a:pPr>
            <a:fld id="{9A0DB2DC-4C9A-4742-B13C-FB6460FD3503}" type="slidenum">
              <a:rPr lang="zh-CN" altLang="en-US" sz="1200" dirty="0">
                <a:latin typeface="Arial" panose="020B0604020202020204" pitchFamily="34" charset="0"/>
              </a:rPr>
            </a:fld>
            <a:endParaRPr lang="zh-CN" altLang="en-US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2300" name="图片 1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" name="任意多边形: 形状 15"/>
            <p:cNvSpPr/>
            <p:nvPr/>
          </p:nvSpPr>
          <p:spPr>
            <a:xfrm flipH="1" flipV="1">
              <a:off x="0" y="2295525"/>
              <a:ext cx="12192000" cy="2747963"/>
            </a:xfrm>
            <a:custGeom>
              <a:avLst/>
              <a:gdLst>
                <a:gd name="connsiteX0" fmla="*/ 0 w 12192000"/>
                <a:gd name="connsiteY0" fmla="*/ 0 h 5406894"/>
                <a:gd name="connsiteX1" fmla="*/ 12192000 w 12192000"/>
                <a:gd name="connsiteY1" fmla="*/ 4860636 h 5406894"/>
                <a:gd name="connsiteX2" fmla="*/ 12192000 w 12192000"/>
                <a:gd name="connsiteY2" fmla="*/ 5406894 h 5406894"/>
                <a:gd name="connsiteX3" fmla="*/ 0 w 12192000"/>
                <a:gd name="connsiteY3" fmla="*/ 546258 h 5406894"/>
                <a:gd name="connsiteX0-1" fmla="*/ 0 w 12192000"/>
                <a:gd name="connsiteY0-2" fmla="*/ 0 h 5406894"/>
                <a:gd name="connsiteX1-3" fmla="*/ 12192000 w 12192000"/>
                <a:gd name="connsiteY1-4" fmla="*/ 3143705 h 5406894"/>
                <a:gd name="connsiteX2-5" fmla="*/ 12192000 w 12192000"/>
                <a:gd name="connsiteY2-6" fmla="*/ 5406894 h 5406894"/>
                <a:gd name="connsiteX3-7" fmla="*/ 0 w 12192000"/>
                <a:gd name="connsiteY3-8" fmla="*/ 546258 h 5406894"/>
                <a:gd name="connsiteX4" fmla="*/ 0 w 12192000"/>
                <a:gd name="connsiteY4" fmla="*/ 0 h 5406894"/>
                <a:gd name="connsiteX0-9" fmla="*/ 0 w 12192000"/>
                <a:gd name="connsiteY0-10" fmla="*/ 0 h 3731840"/>
                <a:gd name="connsiteX1-11" fmla="*/ 12192000 w 12192000"/>
                <a:gd name="connsiteY1-12" fmla="*/ 3143705 h 3731840"/>
                <a:gd name="connsiteX2-13" fmla="*/ 12192000 w 12192000"/>
                <a:gd name="connsiteY2-14" fmla="*/ 3731840 h 3731840"/>
                <a:gd name="connsiteX3-15" fmla="*/ 0 w 12192000"/>
                <a:gd name="connsiteY3-16" fmla="*/ 546258 h 3731840"/>
                <a:gd name="connsiteX4-17" fmla="*/ 0 w 12192000"/>
                <a:gd name="connsiteY4-18" fmla="*/ 0 h 3731840"/>
                <a:gd name="connsiteX0-19" fmla="*/ 0 w 12192000"/>
                <a:gd name="connsiteY0-20" fmla="*/ 0 h 3585272"/>
                <a:gd name="connsiteX1-21" fmla="*/ 12192000 w 12192000"/>
                <a:gd name="connsiteY1-22" fmla="*/ 3143705 h 3585272"/>
                <a:gd name="connsiteX2-23" fmla="*/ 12175958 w 12192000"/>
                <a:gd name="connsiteY2-24" fmla="*/ 3585272 h 3585272"/>
                <a:gd name="connsiteX3-25" fmla="*/ 0 w 12192000"/>
                <a:gd name="connsiteY3-26" fmla="*/ 546258 h 3585272"/>
                <a:gd name="connsiteX4-27" fmla="*/ 0 w 12192000"/>
                <a:gd name="connsiteY4-28" fmla="*/ 0 h 3585272"/>
                <a:gd name="connsiteX0-29" fmla="*/ 0 w 12192000"/>
                <a:gd name="connsiteY0-30" fmla="*/ 0 h 3585272"/>
                <a:gd name="connsiteX1-31" fmla="*/ 12192000 w 12192000"/>
                <a:gd name="connsiteY1-32" fmla="*/ 3039014 h 3585272"/>
                <a:gd name="connsiteX2-33" fmla="*/ 12175958 w 12192000"/>
                <a:gd name="connsiteY2-34" fmla="*/ 3585272 h 3585272"/>
                <a:gd name="connsiteX3-35" fmla="*/ 0 w 12192000"/>
                <a:gd name="connsiteY3-36" fmla="*/ 546258 h 3585272"/>
                <a:gd name="connsiteX4-37" fmla="*/ 0 w 12192000"/>
                <a:gd name="connsiteY4-38" fmla="*/ 0 h 35852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12192000" h="3585272">
                  <a:moveTo>
                    <a:pt x="0" y="0"/>
                  </a:moveTo>
                  <a:lnTo>
                    <a:pt x="12192000" y="3039014"/>
                  </a:lnTo>
                  <a:lnTo>
                    <a:pt x="12175958" y="3585272"/>
                  </a:lnTo>
                  <a:lnTo>
                    <a:pt x="0" y="5462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EE7800">
                    <a:alpha val="0"/>
                  </a:srgbClr>
                </a:gs>
                <a:gs pos="31000">
                  <a:srgbClr val="EE7800"/>
                </a:gs>
                <a:gs pos="8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任意多边形: 形状 14"/>
            <p:cNvSpPr/>
            <p:nvPr/>
          </p:nvSpPr>
          <p:spPr>
            <a:xfrm>
              <a:off x="0" y="2701925"/>
              <a:ext cx="12192000" cy="4156075"/>
            </a:xfrm>
            <a:custGeom>
              <a:avLst/>
              <a:gdLst>
                <a:gd name="connsiteX0" fmla="*/ 0 w 12192000"/>
                <a:gd name="connsiteY0" fmla="*/ 0 h 5424892"/>
                <a:gd name="connsiteX1" fmla="*/ 12192000 w 12192000"/>
                <a:gd name="connsiteY1" fmla="*/ 4860636 h 5424892"/>
                <a:gd name="connsiteX2" fmla="*/ 12192000 w 12192000"/>
                <a:gd name="connsiteY2" fmla="*/ 5424892 h 5424892"/>
                <a:gd name="connsiteX3" fmla="*/ 12191999 w 12192000"/>
                <a:gd name="connsiteY3" fmla="*/ 5424892 h 5424892"/>
                <a:gd name="connsiteX4" fmla="*/ 0 w 12192000"/>
                <a:gd name="connsiteY4" fmla="*/ 5424892 h 5424892"/>
                <a:gd name="connsiteX0-1" fmla="*/ 0 w 12192000"/>
                <a:gd name="connsiteY0-2" fmla="*/ 0 h 5424892"/>
                <a:gd name="connsiteX1-3" fmla="*/ 12192000 w 12192000"/>
                <a:gd name="connsiteY1-4" fmla="*/ 3059952 h 5424892"/>
                <a:gd name="connsiteX2-5" fmla="*/ 12192000 w 12192000"/>
                <a:gd name="connsiteY2-6" fmla="*/ 5424892 h 5424892"/>
                <a:gd name="connsiteX3-7" fmla="*/ 12191999 w 12192000"/>
                <a:gd name="connsiteY3-8" fmla="*/ 5424892 h 5424892"/>
                <a:gd name="connsiteX4-9" fmla="*/ 0 w 12192000"/>
                <a:gd name="connsiteY4-10" fmla="*/ 5424892 h 5424892"/>
                <a:gd name="connsiteX5" fmla="*/ 0 w 12192000"/>
                <a:gd name="connsiteY5" fmla="*/ 0 h 54248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5424892">
                  <a:moveTo>
                    <a:pt x="0" y="0"/>
                  </a:moveTo>
                  <a:lnTo>
                    <a:pt x="12192000" y="3059952"/>
                  </a:lnTo>
                  <a:lnTo>
                    <a:pt x="12192000" y="5424892"/>
                  </a:lnTo>
                  <a:lnTo>
                    <a:pt x="12191999" y="5424892"/>
                  </a:lnTo>
                  <a:lnTo>
                    <a:pt x="0" y="542489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12291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5938" y="280988"/>
            <a:ext cx="1746250" cy="7493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2292" name="组合 16"/>
          <p:cNvGrpSpPr/>
          <p:nvPr userDrawn="1"/>
        </p:nvGrpSpPr>
        <p:grpSpPr>
          <a:xfrm>
            <a:off x="9612313" y="280988"/>
            <a:ext cx="2063750" cy="866775"/>
            <a:chOff x="9419923" y="1587285"/>
            <a:chExt cx="2064507" cy="866546"/>
          </a:xfrm>
        </p:grpSpPr>
        <p:pic>
          <p:nvPicPr>
            <p:cNvPr id="12296" name="图片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19923" y="1587285"/>
              <a:ext cx="2064507" cy="866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" name="矩形 11"/>
            <p:cNvSpPr/>
            <p:nvPr/>
          </p:nvSpPr>
          <p:spPr>
            <a:xfrm rot="20312181" flipH="1" flipV="1">
              <a:off x="9543793" y="1803128"/>
              <a:ext cx="1011608" cy="393596"/>
            </a:xfrm>
            <a:custGeom>
              <a:avLst/>
              <a:gdLst>
                <a:gd name="connsiteX0" fmla="*/ 0 w 1886858"/>
                <a:gd name="connsiteY0" fmla="*/ 0 h 405713"/>
                <a:gd name="connsiteX1" fmla="*/ 1886858 w 1886858"/>
                <a:gd name="connsiteY1" fmla="*/ 0 h 405713"/>
                <a:gd name="connsiteX2" fmla="*/ 1886858 w 1886858"/>
                <a:gd name="connsiteY2" fmla="*/ 405713 h 405713"/>
                <a:gd name="connsiteX3" fmla="*/ 0 w 1886858"/>
                <a:gd name="connsiteY3" fmla="*/ 405713 h 405713"/>
                <a:gd name="connsiteX4" fmla="*/ 0 w 1886858"/>
                <a:gd name="connsiteY4" fmla="*/ 0 h 405713"/>
                <a:gd name="connsiteX0-1" fmla="*/ 0 w 6735083"/>
                <a:gd name="connsiteY0-2" fmla="*/ 0 h 1882088"/>
                <a:gd name="connsiteX1-3" fmla="*/ 1886858 w 6735083"/>
                <a:gd name="connsiteY1-4" fmla="*/ 0 h 1882088"/>
                <a:gd name="connsiteX2-5" fmla="*/ 6735083 w 6735083"/>
                <a:gd name="connsiteY2-6" fmla="*/ 1882088 h 1882088"/>
                <a:gd name="connsiteX3-7" fmla="*/ 0 w 6735083"/>
                <a:gd name="connsiteY3-8" fmla="*/ 405713 h 1882088"/>
                <a:gd name="connsiteX4-9" fmla="*/ 0 w 6735083"/>
                <a:gd name="connsiteY4-10" fmla="*/ 0 h 1882088"/>
                <a:gd name="connsiteX0-11" fmla="*/ 0 w 7000875"/>
                <a:gd name="connsiteY0-12" fmla="*/ 0 h 2720288"/>
                <a:gd name="connsiteX1-13" fmla="*/ 1886858 w 7000875"/>
                <a:gd name="connsiteY1-14" fmla="*/ 0 h 2720288"/>
                <a:gd name="connsiteX2-15" fmla="*/ 6735083 w 7000875"/>
                <a:gd name="connsiteY2-16" fmla="*/ 1882088 h 2720288"/>
                <a:gd name="connsiteX3-17" fmla="*/ 7000875 w 7000875"/>
                <a:gd name="connsiteY3-18" fmla="*/ 2720288 h 2720288"/>
                <a:gd name="connsiteX4-19" fmla="*/ 0 w 7000875"/>
                <a:gd name="connsiteY4-20" fmla="*/ 0 h 2720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7000875" h="2720288">
                  <a:moveTo>
                    <a:pt x="0" y="0"/>
                  </a:moveTo>
                  <a:lnTo>
                    <a:pt x="1886858" y="0"/>
                  </a:lnTo>
                  <a:lnTo>
                    <a:pt x="6735083" y="1882088"/>
                  </a:lnTo>
                  <a:lnTo>
                    <a:pt x="7000875" y="272028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5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9418638" y="5938838"/>
            <a:ext cx="2395538" cy="500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泰康保险集团股份有限公司</a:t>
            </a: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2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Taikang Insurance Group Inc.</a:t>
            </a:r>
            <a:endParaRPr kumimoji="0" lang="en-US" altLang="zh-CN" sz="122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556555" y="4126409"/>
            <a:ext cx="4829175" cy="18240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5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3213" y="325438"/>
            <a:ext cx="1171575" cy="479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20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4348" name="图片 2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" name="任意多边形: 形状 15"/>
            <p:cNvSpPr/>
            <p:nvPr/>
          </p:nvSpPr>
          <p:spPr>
            <a:xfrm flipH="1" flipV="1">
              <a:off x="0" y="2295525"/>
              <a:ext cx="12192000" cy="2747963"/>
            </a:xfrm>
            <a:custGeom>
              <a:avLst/>
              <a:gdLst>
                <a:gd name="connsiteX0" fmla="*/ 0 w 12192000"/>
                <a:gd name="connsiteY0" fmla="*/ 0 h 5406894"/>
                <a:gd name="connsiteX1" fmla="*/ 12192000 w 12192000"/>
                <a:gd name="connsiteY1" fmla="*/ 4860636 h 5406894"/>
                <a:gd name="connsiteX2" fmla="*/ 12192000 w 12192000"/>
                <a:gd name="connsiteY2" fmla="*/ 5406894 h 5406894"/>
                <a:gd name="connsiteX3" fmla="*/ 0 w 12192000"/>
                <a:gd name="connsiteY3" fmla="*/ 546258 h 5406894"/>
                <a:gd name="connsiteX0-1" fmla="*/ 0 w 12192000"/>
                <a:gd name="connsiteY0-2" fmla="*/ 0 h 5406894"/>
                <a:gd name="connsiteX1-3" fmla="*/ 12192000 w 12192000"/>
                <a:gd name="connsiteY1-4" fmla="*/ 3143705 h 5406894"/>
                <a:gd name="connsiteX2-5" fmla="*/ 12192000 w 12192000"/>
                <a:gd name="connsiteY2-6" fmla="*/ 5406894 h 5406894"/>
                <a:gd name="connsiteX3-7" fmla="*/ 0 w 12192000"/>
                <a:gd name="connsiteY3-8" fmla="*/ 546258 h 5406894"/>
                <a:gd name="connsiteX4" fmla="*/ 0 w 12192000"/>
                <a:gd name="connsiteY4" fmla="*/ 0 h 5406894"/>
                <a:gd name="connsiteX0-9" fmla="*/ 0 w 12192000"/>
                <a:gd name="connsiteY0-10" fmla="*/ 0 h 3731840"/>
                <a:gd name="connsiteX1-11" fmla="*/ 12192000 w 12192000"/>
                <a:gd name="connsiteY1-12" fmla="*/ 3143705 h 3731840"/>
                <a:gd name="connsiteX2-13" fmla="*/ 12192000 w 12192000"/>
                <a:gd name="connsiteY2-14" fmla="*/ 3731840 h 3731840"/>
                <a:gd name="connsiteX3-15" fmla="*/ 0 w 12192000"/>
                <a:gd name="connsiteY3-16" fmla="*/ 546258 h 3731840"/>
                <a:gd name="connsiteX4-17" fmla="*/ 0 w 12192000"/>
                <a:gd name="connsiteY4-18" fmla="*/ 0 h 3731840"/>
                <a:gd name="connsiteX0-19" fmla="*/ 0 w 12192000"/>
                <a:gd name="connsiteY0-20" fmla="*/ 0 h 3585272"/>
                <a:gd name="connsiteX1-21" fmla="*/ 12192000 w 12192000"/>
                <a:gd name="connsiteY1-22" fmla="*/ 3143705 h 3585272"/>
                <a:gd name="connsiteX2-23" fmla="*/ 12175958 w 12192000"/>
                <a:gd name="connsiteY2-24" fmla="*/ 3585272 h 3585272"/>
                <a:gd name="connsiteX3-25" fmla="*/ 0 w 12192000"/>
                <a:gd name="connsiteY3-26" fmla="*/ 546258 h 3585272"/>
                <a:gd name="connsiteX4-27" fmla="*/ 0 w 12192000"/>
                <a:gd name="connsiteY4-28" fmla="*/ 0 h 3585272"/>
                <a:gd name="connsiteX0-29" fmla="*/ 0 w 12192000"/>
                <a:gd name="connsiteY0-30" fmla="*/ 0 h 3585272"/>
                <a:gd name="connsiteX1-31" fmla="*/ 12192000 w 12192000"/>
                <a:gd name="connsiteY1-32" fmla="*/ 3039014 h 3585272"/>
                <a:gd name="connsiteX2-33" fmla="*/ 12175958 w 12192000"/>
                <a:gd name="connsiteY2-34" fmla="*/ 3585272 h 3585272"/>
                <a:gd name="connsiteX3-35" fmla="*/ 0 w 12192000"/>
                <a:gd name="connsiteY3-36" fmla="*/ 546258 h 3585272"/>
                <a:gd name="connsiteX4-37" fmla="*/ 0 w 12192000"/>
                <a:gd name="connsiteY4-38" fmla="*/ 0 h 35852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12192000" h="3585272">
                  <a:moveTo>
                    <a:pt x="0" y="0"/>
                  </a:moveTo>
                  <a:lnTo>
                    <a:pt x="12192000" y="3039014"/>
                  </a:lnTo>
                  <a:lnTo>
                    <a:pt x="12175958" y="3585272"/>
                  </a:lnTo>
                  <a:lnTo>
                    <a:pt x="0" y="5462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EE7800">
                    <a:alpha val="0"/>
                  </a:srgbClr>
                </a:gs>
                <a:gs pos="31000">
                  <a:srgbClr val="EE7800"/>
                </a:gs>
                <a:gs pos="8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任意多边形: 形状 14"/>
            <p:cNvSpPr/>
            <p:nvPr/>
          </p:nvSpPr>
          <p:spPr>
            <a:xfrm>
              <a:off x="0" y="2701925"/>
              <a:ext cx="12192000" cy="4156075"/>
            </a:xfrm>
            <a:custGeom>
              <a:avLst/>
              <a:gdLst>
                <a:gd name="connsiteX0" fmla="*/ 0 w 12192000"/>
                <a:gd name="connsiteY0" fmla="*/ 0 h 5424892"/>
                <a:gd name="connsiteX1" fmla="*/ 12192000 w 12192000"/>
                <a:gd name="connsiteY1" fmla="*/ 4860636 h 5424892"/>
                <a:gd name="connsiteX2" fmla="*/ 12192000 w 12192000"/>
                <a:gd name="connsiteY2" fmla="*/ 5424892 h 5424892"/>
                <a:gd name="connsiteX3" fmla="*/ 12191999 w 12192000"/>
                <a:gd name="connsiteY3" fmla="*/ 5424892 h 5424892"/>
                <a:gd name="connsiteX4" fmla="*/ 0 w 12192000"/>
                <a:gd name="connsiteY4" fmla="*/ 5424892 h 5424892"/>
                <a:gd name="connsiteX0-1" fmla="*/ 0 w 12192000"/>
                <a:gd name="connsiteY0-2" fmla="*/ 0 h 5424892"/>
                <a:gd name="connsiteX1-3" fmla="*/ 12192000 w 12192000"/>
                <a:gd name="connsiteY1-4" fmla="*/ 3059952 h 5424892"/>
                <a:gd name="connsiteX2-5" fmla="*/ 12192000 w 12192000"/>
                <a:gd name="connsiteY2-6" fmla="*/ 5424892 h 5424892"/>
                <a:gd name="connsiteX3-7" fmla="*/ 12191999 w 12192000"/>
                <a:gd name="connsiteY3-8" fmla="*/ 5424892 h 5424892"/>
                <a:gd name="connsiteX4-9" fmla="*/ 0 w 12192000"/>
                <a:gd name="connsiteY4-10" fmla="*/ 5424892 h 5424892"/>
                <a:gd name="connsiteX5" fmla="*/ 0 w 12192000"/>
                <a:gd name="connsiteY5" fmla="*/ 0 h 54248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5424892">
                  <a:moveTo>
                    <a:pt x="0" y="0"/>
                  </a:moveTo>
                  <a:lnTo>
                    <a:pt x="12192000" y="3059952"/>
                  </a:lnTo>
                  <a:lnTo>
                    <a:pt x="12192000" y="5424892"/>
                  </a:lnTo>
                  <a:lnTo>
                    <a:pt x="12191999" y="5424892"/>
                  </a:lnTo>
                  <a:lnTo>
                    <a:pt x="0" y="542489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14339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5938" y="280988"/>
            <a:ext cx="1746250" cy="7493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340" name="组合 26"/>
          <p:cNvGrpSpPr/>
          <p:nvPr userDrawn="1"/>
        </p:nvGrpSpPr>
        <p:grpSpPr>
          <a:xfrm>
            <a:off x="9612313" y="280988"/>
            <a:ext cx="2063750" cy="866775"/>
            <a:chOff x="9419923" y="1587285"/>
            <a:chExt cx="2064507" cy="866546"/>
          </a:xfrm>
        </p:grpSpPr>
        <p:pic>
          <p:nvPicPr>
            <p:cNvPr id="14344" name="图片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19923" y="1587285"/>
              <a:ext cx="2064507" cy="866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矩形 11"/>
            <p:cNvSpPr/>
            <p:nvPr/>
          </p:nvSpPr>
          <p:spPr>
            <a:xfrm rot="20312181" flipH="1" flipV="1">
              <a:off x="9543793" y="1803128"/>
              <a:ext cx="1011608" cy="393596"/>
            </a:xfrm>
            <a:custGeom>
              <a:avLst/>
              <a:gdLst>
                <a:gd name="connsiteX0" fmla="*/ 0 w 1886858"/>
                <a:gd name="connsiteY0" fmla="*/ 0 h 405713"/>
                <a:gd name="connsiteX1" fmla="*/ 1886858 w 1886858"/>
                <a:gd name="connsiteY1" fmla="*/ 0 h 405713"/>
                <a:gd name="connsiteX2" fmla="*/ 1886858 w 1886858"/>
                <a:gd name="connsiteY2" fmla="*/ 405713 h 405713"/>
                <a:gd name="connsiteX3" fmla="*/ 0 w 1886858"/>
                <a:gd name="connsiteY3" fmla="*/ 405713 h 405713"/>
                <a:gd name="connsiteX4" fmla="*/ 0 w 1886858"/>
                <a:gd name="connsiteY4" fmla="*/ 0 h 405713"/>
                <a:gd name="connsiteX0-1" fmla="*/ 0 w 6735083"/>
                <a:gd name="connsiteY0-2" fmla="*/ 0 h 1882088"/>
                <a:gd name="connsiteX1-3" fmla="*/ 1886858 w 6735083"/>
                <a:gd name="connsiteY1-4" fmla="*/ 0 h 1882088"/>
                <a:gd name="connsiteX2-5" fmla="*/ 6735083 w 6735083"/>
                <a:gd name="connsiteY2-6" fmla="*/ 1882088 h 1882088"/>
                <a:gd name="connsiteX3-7" fmla="*/ 0 w 6735083"/>
                <a:gd name="connsiteY3-8" fmla="*/ 405713 h 1882088"/>
                <a:gd name="connsiteX4-9" fmla="*/ 0 w 6735083"/>
                <a:gd name="connsiteY4-10" fmla="*/ 0 h 1882088"/>
                <a:gd name="connsiteX0-11" fmla="*/ 0 w 7000875"/>
                <a:gd name="connsiteY0-12" fmla="*/ 0 h 2720288"/>
                <a:gd name="connsiteX1-13" fmla="*/ 1886858 w 7000875"/>
                <a:gd name="connsiteY1-14" fmla="*/ 0 h 2720288"/>
                <a:gd name="connsiteX2-15" fmla="*/ 6735083 w 7000875"/>
                <a:gd name="connsiteY2-16" fmla="*/ 1882088 h 2720288"/>
                <a:gd name="connsiteX3-17" fmla="*/ 7000875 w 7000875"/>
                <a:gd name="connsiteY3-18" fmla="*/ 2720288 h 2720288"/>
                <a:gd name="connsiteX4-19" fmla="*/ 0 w 7000875"/>
                <a:gd name="connsiteY4-20" fmla="*/ 0 h 2720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7000875" h="2720288">
                  <a:moveTo>
                    <a:pt x="0" y="0"/>
                  </a:moveTo>
                  <a:lnTo>
                    <a:pt x="1886858" y="0"/>
                  </a:lnTo>
                  <a:lnTo>
                    <a:pt x="6735083" y="1882088"/>
                  </a:lnTo>
                  <a:lnTo>
                    <a:pt x="7000875" y="272028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5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9418638" y="5938838"/>
            <a:ext cx="2395538" cy="500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泰康保险集团股份有限公司</a:t>
            </a: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2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Taikang Insurance Group Inc.</a:t>
            </a:r>
            <a:endParaRPr kumimoji="0" lang="en-US" altLang="zh-CN" sz="122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占位符 13" hidden="1"/>
          <p:cNvSpPr>
            <a:spLocks noGrp="1"/>
          </p:cNvSpPr>
          <p:nvPr>
            <p:ph type="body" sz="quarter" idx="10"/>
          </p:nvPr>
        </p:nvSpPr>
        <p:spPr>
          <a:xfrm>
            <a:off x="6874250" y="5543872"/>
            <a:ext cx="4646237" cy="261616"/>
          </a:xfrm>
        </p:spPr>
        <p:txBody>
          <a:bodyPr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文本占位符 13" hidden="1"/>
          <p:cNvSpPr>
            <a:spLocks noGrp="1"/>
          </p:cNvSpPr>
          <p:nvPr>
            <p:ph type="body" sz="quarter" idx="11"/>
          </p:nvPr>
        </p:nvSpPr>
        <p:spPr>
          <a:xfrm>
            <a:off x="6874250" y="5840143"/>
            <a:ext cx="4646237" cy="261616"/>
          </a:xfrm>
        </p:spPr>
        <p:txBody>
          <a:bodyPr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标题 1"/>
          <p:cNvSpPr>
            <a:spLocks noGrp="1"/>
          </p:cNvSpPr>
          <p:nvPr>
            <p:ph type="ctrTitle"/>
          </p:nvPr>
        </p:nvSpPr>
        <p:spPr>
          <a:xfrm>
            <a:off x="569809" y="4498251"/>
            <a:ext cx="6855669" cy="84146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/>
          <p:cNvSpPr>
            <a:spLocks noGrp="1"/>
          </p:cNvSpPr>
          <p:nvPr>
            <p:ph type="dt" sz="half" idx="2"/>
          </p:nvPr>
        </p:nvSpPr>
        <p:spPr>
          <a:xfrm>
            <a:off x="4681538" y="6240463"/>
            <a:ext cx="2828925" cy="177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kumimoji="1"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47358D-D080-4982-BC10-5F1D23CB6149}" type="datetime1">
              <a:rPr kumimoji="1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1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3"/>
          </p:nvPr>
        </p:nvSpPr>
        <p:spPr>
          <a:xfrm>
            <a:off x="660400" y="6240463"/>
            <a:ext cx="2954338" cy="177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kumimoji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374438" y="6608763"/>
            <a:ext cx="754063" cy="17938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ct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20160309泰康集团应用项目设计修改-26"/>
          <p:cNvPicPr>
            <a:picLocks noChangeAspect="1"/>
          </p:cNvPicPr>
          <p:nvPr userDrawn="1"/>
        </p:nvPicPr>
        <p:blipFill>
          <a:blip r:embed="rId2"/>
          <a:srcRect t="77159"/>
          <a:stretch>
            <a:fillRect/>
          </a:stretch>
        </p:blipFill>
        <p:spPr>
          <a:xfrm>
            <a:off x="0" y="4859575"/>
            <a:ext cx="12191683" cy="203937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9329122" y="6329192"/>
            <a:ext cx="4213664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894330" indent="-608330" defTabSz="121793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351530" indent="-608330" defTabSz="121793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808730" indent="-608330" defTabSz="121793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265930" indent="-608330" defTabSz="121793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79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泰康保险集团股份有限公司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376" y="2131386"/>
            <a:ext cx="10362930" cy="146889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752" y="3886021"/>
            <a:ext cx="8534178" cy="175251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" name="日期占位符 11"/>
          <p:cNvSpPr>
            <a:spLocks noGrp="1"/>
          </p:cNvSpPr>
          <p:nvPr>
            <p:ph type="dt" sz="half" idx="2"/>
          </p:nvPr>
        </p:nvSpPr>
        <p:spPr>
          <a:xfrm>
            <a:off x="609664" y="6356172"/>
            <a:ext cx="2845096" cy="366611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>
              <a:defRPr/>
            </a:lvl1pPr>
          </a:lstStyle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13"/>
          <p:cNvSpPr>
            <a:spLocks noGrp="1"/>
          </p:cNvSpPr>
          <p:nvPr>
            <p:ph type="ftr" sz="quarter" idx="3"/>
          </p:nvPr>
        </p:nvSpPr>
        <p:spPr>
          <a:xfrm>
            <a:off x="4166034" y="6356172"/>
            <a:ext cx="3859615" cy="366611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>
              <a:defRPr/>
            </a:lvl1pPr>
          </a:lstStyle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36923" y="6356172"/>
            <a:ext cx="2845096" cy="366611"/>
          </a:xfrm>
          <a:prstGeom prst="rect">
            <a:avLst/>
          </a:prstGeom>
        </p:spPr>
        <p:txBody>
          <a:bodyPr vert="horz" wrap="square" lIns="121917" tIns="60958" rIns="121917" bIns="60958" numCol="1" anchor="ctr" anchorCtr="0" compatLnSpc="1"/>
          <a:lstStyle>
            <a:lvl1pPr>
              <a:defRPr/>
            </a:lvl1pPr>
          </a:lstStyle>
          <a:p>
            <a:pPr marL="0" marR="0" lvl="0" indent="0" algn="r" defTabSz="12172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04BEA2-E417-4FF6-ACF5-A87210D064E6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2"/>
                <a:cs typeface="Arial" panose="020B0604020202020204" pitchFamily="34" charset="0"/>
              </a:rPr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Arial Unicode MS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5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69925" y="320675"/>
            <a:ext cx="9166225" cy="4714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-28pt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669925" y="966788"/>
            <a:ext cx="10850563" cy="51768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Edit Master text styles – 18pt</a:t>
            </a:r>
            <a:endParaRPr lang="en-US" altLang="en-US" dirty="0"/>
          </a:p>
          <a:p>
            <a:pPr lvl="1"/>
            <a:r>
              <a:rPr lang="en-US" altLang="en-US" dirty="0"/>
              <a:t>Second level – 16pt</a:t>
            </a:r>
            <a:endParaRPr lang="en-US" altLang="en-US" dirty="0"/>
          </a:p>
          <a:p>
            <a:pPr lvl="2"/>
            <a:r>
              <a:rPr lang="en-US" altLang="en-US" dirty="0"/>
              <a:t>Third level – 14pt</a:t>
            </a:r>
            <a:endParaRPr lang="en-US" altLang="en-US" dirty="0"/>
          </a:p>
          <a:p>
            <a:pPr lvl="3"/>
            <a:r>
              <a:rPr lang="en-US" altLang="en-US" dirty="0"/>
              <a:t>Fourth level – 12pt</a:t>
            </a:r>
            <a:endParaRPr lang="en-US" altLang="en-US" dirty="0"/>
          </a:p>
          <a:p>
            <a:pPr lvl="4"/>
            <a:r>
              <a:rPr lang="en-US" altLang="en-US" dirty="0"/>
              <a:t>Fifth level – 12pt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>
          <a:xfrm>
            <a:off x="4681538" y="6240463"/>
            <a:ext cx="2828925" cy="177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buFontTx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11166475" y="6240463"/>
            <a:ext cx="352425" cy="1778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>
              <a:buFont typeface="Arial" panose="020B0604020202020204" pitchFamily="34" charset="0"/>
              <a:defRPr sz="900">
                <a:solidFill>
                  <a:srgbClr val="262626"/>
                </a:solidFill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660400" y="6240463"/>
            <a:ext cx="2954338" cy="177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buFontTx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715963" y="855663"/>
            <a:ext cx="9120188" cy="1746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64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32" name="图片 1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463213" y="325438"/>
            <a:ext cx="1171575" cy="4794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8.jpeg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9.png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12.png"/><Relationship Id="rId2" Type="http://schemas.openxmlformats.org/officeDocument/2006/relationships/tags" Target="../tags/tag13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3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25.xml"/><Relationship Id="rId2" Type="http://schemas.openxmlformats.org/officeDocument/2006/relationships/image" Target="../media/image14.png"/><Relationship Id="rId1" Type="http://schemas.openxmlformats.org/officeDocument/2006/relationships/tags" Target="../tags/tag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tags" Target="../tags/tag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tags" Target="../tags/tag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8.xml"/><Relationship Id="rId1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2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image" Target="../media/image15.jpe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556260" y="4625340"/>
            <a:ext cx="6573520" cy="1325245"/>
          </a:xfrm>
        </p:spPr>
        <p:txBody>
          <a:bodyPr>
            <a:normAutofit fontScale="90000"/>
          </a:bodyPr>
          <a:lstStyle/>
          <a:p>
            <a:pPr latinLnBrk="0">
              <a:lnSpc>
                <a:spcPct val="150000"/>
              </a:lnSpc>
            </a:pPr>
            <a:r>
              <a:rPr lang="zh-CN" altLang="en-US" sz="4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泰康保险大厦</a:t>
            </a:r>
            <a:br>
              <a:rPr lang="en-US" altLang="zh-CN" sz="4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</a:br>
            <a:r>
              <a:rPr lang="en-US" altLang="zh-CN" sz="400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Taikang</a:t>
            </a:r>
            <a:r>
              <a:rPr lang="en-US" altLang="zh-CN" sz="4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Insurance Tower</a:t>
            </a:r>
            <a:endParaRPr lang="en-US" altLang="zh-CN" sz="4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 bwMode="auto">
          <a:xfrm>
            <a:off x="669925" y="302260"/>
            <a:ext cx="9856543" cy="537662"/>
          </a:xfrm>
          <a:effectLst/>
          <a:sp3d prstMaterial="plastic"/>
        </p:spPr>
        <p:txBody>
          <a:bodyPr vert="horz" wrap="square" lIns="91440" tIns="45720" rIns="91440" bIns="45720" numCol="1" anchor="b" anchorCtr="0" compatLnSpc="1">
            <a:no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0</a:t>
            </a:r>
            <a:r>
              <a:rPr lang="en-US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1</a:t>
            </a: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 泰康保险大厦-</a:t>
            </a: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区位</a:t>
            </a:r>
            <a:endParaRPr lang="zh-CN" altLang="zh-CN" b="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88260" y="1117600"/>
            <a:ext cx="846645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b="1" i="1">
                <a:solidFill>
                  <a:srgbClr val="E46C0A"/>
                </a:solidFill>
                <a:latin typeface="鍗庢枃妤蜂綋"/>
                <a:ea typeface="鍗庢枃妤蜂綋"/>
              </a:rPr>
              <a:t>位于小陆家嘴核心区东扩第一站 交通设施便捷 城市连接通达</a:t>
            </a:r>
            <a:endParaRPr lang="zh-CN" altLang="en-US" sz="2000" b="1" i="1">
              <a:solidFill>
                <a:srgbClr val="E46C0A"/>
              </a:solidFill>
              <a:latin typeface="鍗庢枃妤蜂綋"/>
              <a:ea typeface="鍗庢枃妤蜂綋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410" y="1605280"/>
            <a:ext cx="11058525" cy="4914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 bwMode="auto">
          <a:xfrm>
            <a:off x="669925" y="302260"/>
            <a:ext cx="9856543" cy="537662"/>
          </a:xfrm>
          <a:effectLst/>
          <a:sp3d prstMaterial="plastic"/>
        </p:spPr>
        <p:txBody>
          <a:bodyPr vert="horz" wrap="square" lIns="91440" tIns="45720" rIns="91440" bIns="45720" numCol="1" anchor="b" anchorCtr="0" compatLnSpc="1">
            <a:no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0</a:t>
            </a:r>
            <a:r>
              <a:rPr lang="en-US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2</a:t>
            </a: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 泰康保险大厦-项目介绍</a:t>
            </a:r>
            <a:endParaRPr kumimoji="0" lang="zh-CN" altLang="zh-CN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+mn-ea"/>
            </a:endParaRPr>
          </a:p>
        </p:txBody>
      </p:sp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4961890" y="1394460"/>
            <a:ext cx="7037705" cy="4712335"/>
            <a:chOff x="407" y="1909"/>
            <a:chExt cx="11762" cy="7637"/>
          </a:xfrm>
        </p:grpSpPr>
        <p:pic>
          <p:nvPicPr>
            <p:cNvPr id="13" name="图片 1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426"/>
            <a:stretch>
              <a:fillRect/>
            </a:stretch>
          </p:blipFill>
          <p:spPr>
            <a:xfrm>
              <a:off x="407" y="1909"/>
              <a:ext cx="11762" cy="7637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grpSp>
          <p:nvGrpSpPr>
            <p:cNvPr id="5" name="组合 4"/>
            <p:cNvGrpSpPr/>
            <p:nvPr>
              <p:custDataLst>
                <p:tags r:id="rId4"/>
              </p:custDataLst>
            </p:nvPr>
          </p:nvGrpSpPr>
          <p:grpSpPr>
            <a:xfrm>
              <a:off x="4170" y="2522"/>
              <a:ext cx="6596" cy="4995"/>
              <a:chOff x="3062992" y="1576912"/>
              <a:chExt cx="4188731" cy="3172071"/>
            </a:xfrm>
          </p:grpSpPr>
          <p:sp>
            <p:nvSpPr>
              <p:cNvPr id="15" name="文本框 5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3062992" y="1576912"/>
                <a:ext cx="1773259" cy="3156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p>
                <a:pPr algn="ctr"/>
                <a:r>
                  <a:rPr lang="zh-CN" altLang="en-US" sz="1400" b="1" dirty="0">
                    <a:solidFill>
                      <a:srgbClr val="C0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幼圆" panose="02010509060101010101" pitchFamily="49" charset="-122"/>
                    <a:ea typeface="幼圆" panose="02010509060101010101" pitchFamily="49" charset="-122"/>
                  </a:rPr>
                  <a:t>泰康保险大厦</a:t>
                </a:r>
                <a:endParaRPr lang="zh-CN" altLang="en-US" sz="1400" b="1" dirty="0"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16" name="文本框 6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3665854" y="4206875"/>
                <a:ext cx="1479550" cy="3156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p>
                <a:r>
                  <a:rPr lang="zh-CN" altLang="en-US" sz="14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幼圆" panose="02010509060101010101" pitchFamily="49" charset="-122"/>
                    <a:ea typeface="幼圆" panose="02010509060101010101" pitchFamily="49" charset="-122"/>
                  </a:rPr>
                  <a:t>支付宝</a:t>
                </a:r>
                <a:endParaRPr lang="zh-CN" altLang="en-US" sz="14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17" name="文本框 7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5440385" y="4211770"/>
                <a:ext cx="1811338" cy="537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zh-CN" altLang="en-US" sz="14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幼圆" panose="02010509060101010101" pitchFamily="49" charset="-122"/>
                    <a:ea typeface="幼圆" panose="02010509060101010101" pitchFamily="49" charset="-122"/>
                  </a:rPr>
                  <a:t>陆家嘴金融广场 T3   </a:t>
                </a:r>
                <a:endParaRPr lang="zh-CN" altLang="en-US" sz="14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18" name="文本框 8"/>
              <p:cNvSpPr txBox="1"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4712093" y="2908134"/>
                <a:ext cx="1613382" cy="3156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p>
                <a:r>
                  <a:rPr lang="zh-CN" altLang="en-US" sz="1400" b="1" dirty="0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上海陆家嘴中心</a:t>
                </a:r>
                <a:endParaRPr lang="zh-CN" altLang="en-US" sz="1400" b="1" dirty="0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p:grpSp>
        <p:sp>
          <p:nvSpPr>
            <p:cNvPr id="20" name="矩形标注 19"/>
            <p:cNvSpPr/>
            <p:nvPr>
              <p:custDataLst>
                <p:tags r:id="rId9"/>
              </p:custDataLst>
            </p:nvPr>
          </p:nvSpPr>
          <p:spPr>
            <a:xfrm>
              <a:off x="7449" y="2494"/>
              <a:ext cx="2875" cy="965"/>
            </a:xfrm>
            <a:prstGeom prst="wedgeRectCallout">
              <a:avLst>
                <a:gd name="adj1" fmla="val -77702"/>
                <a:gd name="adj2" fmla="val -22747"/>
              </a:avLst>
            </a:prstGeom>
            <a:solidFill>
              <a:schemeClr val="accent6">
                <a:lumMod val="60000"/>
                <a:lumOff val="40000"/>
                <a:alpha val="7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总建筑高度：</a:t>
              </a:r>
              <a:r>
                <a:rPr lang="en-US" altLang="zh-CN" b="1" dirty="0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195</a:t>
              </a:r>
              <a:r>
                <a:rPr lang="zh-CN" altLang="en-US" b="1" dirty="0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米；共</a:t>
              </a:r>
              <a:r>
                <a:rPr lang="en-US" altLang="zh-CN" b="1" dirty="0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41</a:t>
              </a:r>
              <a:r>
                <a:rPr lang="zh-CN" altLang="en-US" b="1" dirty="0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层</a:t>
              </a:r>
              <a:endParaRPr lang="zh-CN" altLang="en-US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graphicFrame>
        <p:nvGraphicFramePr>
          <p:cNvPr id="24" name="表格 23"/>
          <p:cNvGraphicFramePr>
            <a:graphicFrameLocks noGrp="1"/>
          </p:cNvGraphicFramePr>
          <p:nvPr>
            <p:custDataLst>
              <p:tags r:id="rId10"/>
            </p:custDataLst>
          </p:nvPr>
        </p:nvGraphicFramePr>
        <p:xfrm>
          <a:off x="758190" y="1062990"/>
          <a:ext cx="4091305" cy="5043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485"/>
                <a:gridCol w="1069340"/>
                <a:gridCol w="2697480"/>
              </a:tblGrid>
              <a:tr h="358140">
                <a:tc rowSpan="7">
                  <a:txBody>
                    <a:bodyPr/>
                    <a:p>
                      <a:r>
                        <a:rPr lang="zh-CN" altLang="en-US" sz="1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建筑结构</a:t>
                      </a:r>
                      <a:endParaRPr lang="zh-CN" altLang="en-US" sz="1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楼层建面</a:t>
                      </a:r>
                      <a:endParaRPr lang="zh-CN" altLang="en-US" sz="1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标准层约</a:t>
                      </a:r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2,500</a:t>
                      </a:r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㎡</a:t>
                      </a:r>
                      <a:endParaRPr lang="zh-CN" altLang="en-US" sz="1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059180">
                <a:tc vMerge="1"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玻璃幕墙</a:t>
                      </a:r>
                      <a:endParaRPr lang="zh-CN" altLang="en-US" sz="1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建筑外立面采用独特彩釉玻璃幕墙，低能耗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Low-E</a:t>
                      </a: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玻璃，减少光热辐射，另外挂白色合金翅片，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具有遮阳效果</a:t>
                      </a: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彰显绿色生态办公理念</a:t>
                      </a:r>
                      <a:endParaRPr lang="zh-CN" altLang="zh-CN" sz="1200" kern="12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16865">
                <a:tc vMerge="1">
                  <a:tcPr marL="91452" marR="91452" marT="45721" marB="45721"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整层得房率</a:t>
                      </a:r>
                      <a:endParaRPr lang="zh-CN" altLang="en-US" sz="1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约</a:t>
                      </a:r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70%</a:t>
                      </a:r>
                      <a:endParaRPr lang="en-US" altLang="zh-CN" sz="1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58140">
                <a:tc vMerge="1">
                  <a:tcPr/>
                </a:tc>
                <a:tc>
                  <a:txBody>
                    <a:bodyPr/>
                    <a:p>
                      <a:r>
                        <a:rPr lang="zh-CN" altLang="en-US" sz="1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大堂净高</a:t>
                      </a:r>
                      <a:endParaRPr lang="zh-CN" altLang="en-US" sz="1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首层大堂</a:t>
                      </a:r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14m</a:t>
                      </a:r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，二层大堂</a:t>
                      </a:r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7m</a:t>
                      </a:r>
                      <a:endParaRPr lang="en-US" altLang="zh-CN" sz="1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92100">
                <a:tc vMerge="1">
                  <a:tcPr marL="91452" marR="91452" marT="45721" marB="45721"/>
                </a:tc>
                <a:tc>
                  <a:txBody>
                    <a:bodyPr/>
                    <a:p>
                      <a:r>
                        <a:rPr lang="zh-CN" altLang="en-US" sz="1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标准层净高</a:t>
                      </a:r>
                      <a:endParaRPr lang="zh-CN" altLang="en-US" sz="1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3.1m</a:t>
                      </a:r>
                      <a:endParaRPr lang="en-US" altLang="zh-CN" sz="1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59410">
                <a:tc vMerge="1">
                  <a:tcPr/>
                </a:tc>
                <a:tc>
                  <a:txBody>
                    <a:bodyPr/>
                    <a:p>
                      <a:r>
                        <a:rPr lang="zh-CN" altLang="en-US" sz="1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楼层荷载</a:t>
                      </a:r>
                      <a:endParaRPr lang="zh-CN" altLang="en-US" sz="1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标准楼层</a:t>
                      </a:r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3.5kN/</a:t>
                      </a:r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㎡</a:t>
                      </a:r>
                      <a:endParaRPr lang="zh-CN" altLang="en-US" sz="1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58140">
                <a:tc vMerge="1">
                  <a:tcPr marL="91452" marR="91452" marT="45721" marB="45721"/>
                </a:tc>
                <a:tc>
                  <a:txBody>
                    <a:bodyPr/>
                    <a:p>
                      <a:r>
                        <a:rPr lang="zh-CN" altLang="en-US" sz="1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架空地板</a:t>
                      </a:r>
                      <a:endParaRPr lang="zh-CN" altLang="en-US" sz="1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120mm</a:t>
                      </a:r>
                      <a:endParaRPr lang="en-US" altLang="zh-CN" sz="1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60045">
                <a:tc rowSpan="5">
                  <a:txBody>
                    <a:bodyPr/>
                    <a:p>
                      <a:pPr algn="ctr"/>
                      <a:r>
                        <a:rPr lang="zh-CN" altLang="en-US" sz="1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运行系统</a:t>
                      </a:r>
                      <a:endParaRPr lang="zh-CN" altLang="en-US" sz="1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27" marR="91427" marT="45716" marB="4571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空调系统</a:t>
                      </a:r>
                      <a:endParaRPr lang="zh-CN" altLang="en-US" sz="1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27" marR="91427" marT="45716" marB="4571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VAV</a:t>
                      </a:r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空调系统</a:t>
                      </a:r>
                      <a:endParaRPr lang="zh-CN" altLang="en-US" sz="1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27" marR="91427" marT="45716" marB="4571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16865">
                <a:tc vMerge="1">
                  <a:tcPr marL="91431" marR="91431" marT="45710" marB="45710"/>
                </a:tc>
                <a:tc>
                  <a:txBody>
                    <a:bodyPr/>
                    <a:p>
                      <a:r>
                        <a:rPr lang="zh-CN" altLang="en-US" sz="1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电梯系统</a:t>
                      </a:r>
                      <a:endParaRPr lang="zh-CN" altLang="en-US" sz="1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27" marR="91427" marT="45716" marB="4571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迅达</a:t>
                      </a:r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PORT</a:t>
                      </a:r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系统</a:t>
                      </a:r>
                      <a:endParaRPr lang="zh-CN" altLang="en-US" sz="1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27" marR="91427" marT="45716" marB="4571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16865">
                <a:tc vMerge="1">
                  <a:tcPr marL="91452" marR="91452" marT="45721" marB="45721"/>
                </a:tc>
                <a:tc>
                  <a:txBody>
                    <a:bodyPr/>
                    <a:p>
                      <a:r>
                        <a:rPr lang="zh-CN" altLang="en-US" sz="1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客用电梯</a:t>
                      </a:r>
                      <a:endParaRPr lang="zh-CN" altLang="en-US" sz="1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高</a:t>
                      </a:r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/</a:t>
                      </a:r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中</a:t>
                      </a:r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/</a:t>
                      </a:r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低每区</a:t>
                      </a:r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6</a:t>
                      </a:r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部客梯，共计</a:t>
                      </a:r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18</a:t>
                      </a:r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部</a:t>
                      </a:r>
                      <a:endParaRPr lang="zh-CN" altLang="en-US" sz="1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89280">
                <a:tc vMerge="1">
                  <a:tcPr marL="91452" marR="91452" marT="45721" marB="45721"/>
                </a:tc>
                <a:tc>
                  <a:txBody>
                    <a:bodyPr/>
                    <a:p>
                      <a:r>
                        <a:rPr lang="zh-CN" altLang="en-US" sz="1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服务电梯</a:t>
                      </a:r>
                      <a:endParaRPr lang="zh-CN" altLang="en-US" sz="1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</a:t>
                      </a:r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部货梯兼消防梯</a:t>
                      </a:r>
                      <a:endParaRPr lang="en-US" altLang="zh-CN" sz="1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  <a:p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荷载分别为</a:t>
                      </a:r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1,800kg/3,200kg</a:t>
                      </a:r>
                      <a:endParaRPr lang="en-US" altLang="zh-CN" sz="1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8140">
                <a:tc vMerge="1">
                  <a:tcPr marL="91452" marR="91452" marT="45721" marB="45721"/>
                </a:tc>
                <a:tc>
                  <a:txBody>
                    <a:bodyPr/>
                    <a:p>
                      <a:r>
                        <a:rPr lang="zh-CN" altLang="en-US" sz="1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冷却水</a:t>
                      </a:r>
                      <a:endParaRPr lang="zh-CN" altLang="en-US" sz="1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24</a:t>
                      </a:r>
                      <a:r>
                        <a:rPr lang="zh-CN" altLang="en-US" sz="1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小时不间断冷却水</a:t>
                      </a:r>
                      <a:endParaRPr lang="zh-CN" altLang="en-US" sz="1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8" marR="91448" marT="45727" marB="457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 bwMode="auto">
          <a:xfrm>
            <a:off x="669925" y="302260"/>
            <a:ext cx="9856543" cy="537662"/>
          </a:xfrm>
          <a:effectLst/>
          <a:sp3d prstMaterial="plastic"/>
        </p:spPr>
        <p:txBody>
          <a:bodyPr vert="horz" wrap="square" lIns="91440" tIns="45720" rIns="91440" bIns="45720" numCol="1" anchor="b" anchorCtr="0" compatLnSpc="1">
            <a:no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0</a:t>
            </a:r>
            <a:r>
              <a:rPr lang="en-US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3</a:t>
            </a: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 泰康保险大厦-平面图及分割方案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4485640" y="1873885"/>
            <a:ext cx="7131050" cy="32461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195580" indent="-195580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p"/>
              <a:defRPr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整层面积约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2,500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平方米；得房率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70%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房型方正规整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东西两侧超宽进深达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14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米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3.1m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净高，金属吊顶，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12cm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架空地板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每层设有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72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扇可开启气窗，可根据客户需求提供开启服务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50000"/>
              </a:spcBef>
              <a:buClr>
                <a:schemeClr val="tx1"/>
              </a:buClr>
              <a:defRPr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8190" y="1219835"/>
            <a:ext cx="3507105" cy="4883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1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781" y="1526751"/>
            <a:ext cx="5280492" cy="396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3" name="文本框 5"/>
          <p:cNvSpPr txBox="1"/>
          <p:nvPr/>
        </p:nvSpPr>
        <p:spPr>
          <a:xfrm>
            <a:off x="4125507" y="1526751"/>
            <a:ext cx="1747353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r"/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图片为实景拍摄</a:t>
            </a:r>
            <a:endParaRPr lang="zh-CN" altLang="en-US" sz="1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7414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440" y="1526751"/>
            <a:ext cx="5279506" cy="396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5" name="文本框 5"/>
          <p:cNvSpPr txBox="1"/>
          <p:nvPr/>
        </p:nvSpPr>
        <p:spPr>
          <a:xfrm>
            <a:off x="9703582" y="1526751"/>
            <a:ext cx="1747353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r"/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图片为实景拍摄</a:t>
            </a:r>
            <a:endParaRPr lang="zh-CN" altLang="en-US" sz="1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4818" name="标题 1"/>
          <p:cNvSpPr>
            <a:spLocks noGrp="1"/>
          </p:cNvSpPr>
          <p:nvPr>
            <p:ph type="title"/>
          </p:nvPr>
        </p:nvSpPr>
        <p:spPr bwMode="auto">
          <a:xfrm>
            <a:off x="669925" y="302260"/>
            <a:ext cx="9856543" cy="537662"/>
          </a:xfrm>
          <a:effectLst/>
          <a:sp3d prstMaterial="plastic"/>
        </p:spPr>
        <p:txBody>
          <a:bodyPr vert="horz" wrap="square" lIns="91440" tIns="45720" rIns="91440" bIns="45720" numCol="1" anchor="b" anchorCtr="0" compatLnSpc="1">
            <a:noAutofit/>
            <a:scene3d>
              <a:camera prst="orthographicFront"/>
              <a:lightRig rig="threePt" dir="t"/>
            </a:scene3d>
          </a:bodyPr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0</a:t>
            </a:r>
            <a:r>
              <a:rPr lang="en-US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4</a:t>
            </a: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 泰康保险大厦-标准单元/洗手间实景图</a:t>
            </a:r>
            <a:endParaRPr kumimoji="0" lang="zh-CN" altLang="en-US" sz="2800" b="1" i="0" u="none" strike="noStrike" kern="1200" cap="none" spc="0" normalizeH="0" baseline="0" noProof="1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 bwMode="auto">
          <a:xfrm>
            <a:off x="669925" y="302260"/>
            <a:ext cx="9856543" cy="537662"/>
          </a:xfrm>
          <a:effectLst/>
          <a:sp3d prstMaterial="plastic"/>
        </p:spPr>
        <p:txBody>
          <a:bodyPr vert="horz" wrap="square" lIns="91440" tIns="45720" rIns="91440" bIns="45720" numCol="1" anchor="b" anchorCtr="0" compatLnSpc="1">
            <a:no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0</a:t>
            </a:r>
            <a:r>
              <a:rPr lang="en-US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5</a:t>
            </a: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 泰康保险大厦-空置面积</a:t>
            </a:r>
            <a:endParaRPr kumimoji="0" lang="zh-CN" altLang="en-US" sz="2800" b="1" i="0" u="none" strike="noStrike" kern="1200" cap="none" spc="0" normalizeH="0" baseline="0" noProof="1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j-cs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19411" y="1120641"/>
            <a:ext cx="10459860" cy="5112734"/>
            <a:chOff x="576263" y="901700"/>
            <a:chExt cx="10929260" cy="5843588"/>
          </a:xfrm>
        </p:grpSpPr>
        <p:pic>
          <p:nvPicPr>
            <p:cNvPr id="6" name="图片 5" descr="微楼书 2-14.png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385" b="3687"/>
            <a:stretch>
              <a:fillRect/>
            </a:stretch>
          </p:blipFill>
          <p:spPr bwMode="auto">
            <a:xfrm>
              <a:off x="576263" y="901700"/>
              <a:ext cx="2476500" cy="5843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文本框 2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921204" y="1415222"/>
              <a:ext cx="2846387" cy="948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3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高区</a:t>
              </a:r>
              <a:r>
                <a:rPr lang="en-US" altLang="zh-CN" sz="18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  </a:t>
              </a:r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（</a:t>
              </a:r>
              <a:r>
                <a:rPr lang="en-US" altLang="zh-CN" sz="18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31-41</a:t>
              </a:r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楼）</a:t>
              </a:r>
              <a:endParaRPr lang="zh-CN" altLang="en-US" sz="18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/>
              </a:pPr>
              <a:r>
                <a:rPr lang="zh-CN" sz="1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暂时满租</a:t>
              </a:r>
              <a:endParaRPr 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8" name="文本框 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921059" y="2807577"/>
              <a:ext cx="2939953" cy="944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3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中区</a:t>
              </a:r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  </a:t>
              </a: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（</a:t>
              </a:r>
              <a:r>
                <a:rPr lang="zh-CN" altLang="zh-CN" sz="16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</a:t>
              </a:r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9-30</a:t>
              </a: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楼）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r>
                <a:rPr lang="zh-CN" altLang="en-US" sz="1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可租：</a:t>
              </a:r>
              <a:r>
                <a:rPr lang="en-US" altLang="zh-CN" sz="1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181.85</a:t>
              </a:r>
              <a:r>
                <a:rPr lang="zh-CN" altLang="en-US" sz="1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㎡</a:t>
              </a:r>
              <a:r>
                <a:rPr lang="en-US" altLang="zh-CN" sz="1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-661.22</a:t>
              </a:r>
              <a:r>
                <a:rPr lang="zh-CN" altLang="en-US" sz="1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㎡</a:t>
              </a:r>
              <a:endParaRPr lang="en-U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9" name="文本框 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921203" y="4356548"/>
              <a:ext cx="3241675" cy="944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3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低区</a:t>
              </a:r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  </a:t>
              </a: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（</a:t>
              </a:r>
              <a:r>
                <a:rPr lang="zh-CN" altLang="zh-CN" sz="16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</a:t>
              </a:r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-18</a:t>
              </a: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楼）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l">
                <a:lnSpc>
                  <a:spcPct val="150000"/>
                </a:lnSpc>
                <a:spcBef>
                  <a:spcPct val="20000"/>
                </a:spcBef>
                <a:buClrTx/>
                <a:buSzTx/>
                <a:buNone/>
                <a:defRPr/>
              </a:pPr>
              <a:r>
                <a:rPr lang="zh-CN" altLang="en-US" sz="1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可租：108.8㎡-</a:t>
              </a:r>
              <a:r>
                <a:rPr lang="en-US" altLang="zh-CN" sz="1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565.15</a:t>
              </a:r>
              <a:r>
                <a:rPr lang="zh-CN" altLang="en-US" sz="1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㎡</a:t>
              </a:r>
              <a:endParaRPr lang="en-U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  <p:sp>
          <p:nvSpPr>
            <p:cNvPr id="10" name="文本框 9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729289" y="1400328"/>
              <a:ext cx="5776234" cy="4209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endPara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1" name="直接连接符 10"/>
            <p:cNvCxnSpPr/>
            <p:nvPr>
              <p:custDataLst>
                <p:tags r:id="rId8"/>
              </p:custDataLst>
            </p:nvPr>
          </p:nvCxnSpPr>
          <p:spPr>
            <a:xfrm>
              <a:off x="3027363" y="5702300"/>
              <a:ext cx="1141412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>
              <p:custDataLst>
                <p:tags r:id="rId9"/>
              </p:custDataLst>
            </p:nvPr>
          </p:nvCxnSpPr>
          <p:spPr>
            <a:xfrm>
              <a:off x="3027363" y="4025900"/>
              <a:ext cx="1141412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直接连接符 3"/>
            <p:cNvCxnSpPr/>
            <p:nvPr>
              <p:custDataLst>
                <p:tags r:id="rId10"/>
              </p:custDataLst>
            </p:nvPr>
          </p:nvCxnSpPr>
          <p:spPr>
            <a:xfrm>
              <a:off x="3027363" y="2586038"/>
              <a:ext cx="1141412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>
              <p:custDataLst>
                <p:tags r:id="rId11"/>
              </p:custDataLst>
            </p:nvPr>
          </p:nvCxnSpPr>
          <p:spPr>
            <a:xfrm>
              <a:off x="3027363" y="1379538"/>
              <a:ext cx="1141412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7" name="表格 16"/>
          <p:cNvGraphicFramePr/>
          <p:nvPr>
            <p:custDataLst>
              <p:tags r:id="rId12"/>
            </p:custDataLst>
          </p:nvPr>
        </p:nvGraphicFramePr>
        <p:xfrm>
          <a:off x="5041900" y="969645"/>
          <a:ext cx="6843395" cy="546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1870"/>
                <a:gridCol w="1442720"/>
                <a:gridCol w="1221740"/>
                <a:gridCol w="1184910"/>
                <a:gridCol w="2002155"/>
              </a:tblGrid>
              <a:tr h="6426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楼层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建筑面积（㎡）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交付时间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报价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（元/㎡/天）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交付标准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anchor="ctr" anchorCtr="0"/>
                </a:tc>
              </a:tr>
              <a:tr h="53530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低区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5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441.88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现房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8.5</a:t>
                      </a:r>
                      <a:endParaRPr 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标准交付，可定制装修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3530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低区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 9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1032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2026.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8.5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精装修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3657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低区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448.27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现房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9.0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标准交付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，可定制装修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3530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低区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15F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279.27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现房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9.0</a:t>
                      </a:r>
                      <a:endParaRPr 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标准交付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，可定制装修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34670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低区 15F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456.35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2026.9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9.0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精装修，正对电梯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低区 15F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108.8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现房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9.0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标准交付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，可定制装修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中区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19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181.45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现房</a:t>
                      </a:r>
                      <a:endParaRPr 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9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.5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精装修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34670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中区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 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444.77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现房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9.5</a:t>
                      </a:r>
                      <a:endParaRPr 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精装修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中区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 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9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661.22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现房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10.5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+mn-ea"/>
                        </a:rPr>
                        <a:t>精装修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6195" marR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36525" y="45306"/>
            <a:ext cx="7407275" cy="6706870"/>
            <a:chOff x="420" y="-1534"/>
            <a:chExt cx="11924" cy="10743"/>
          </a:xfrm>
        </p:grpSpPr>
        <p:pic>
          <p:nvPicPr>
            <p:cNvPr id="11" name="图片 10" descr="low zone"/>
            <p:cNvPicPr>
              <a:picLocks noChangeAspect="1"/>
            </p:cNvPicPr>
            <p:nvPr/>
          </p:nvPicPr>
          <p:blipFill>
            <a:blip r:embed="rId1"/>
            <a:srcRect t="3435" b="1900"/>
            <a:stretch>
              <a:fillRect/>
            </a:stretch>
          </p:blipFill>
          <p:spPr>
            <a:xfrm>
              <a:off x="420" y="-1534"/>
              <a:ext cx="11924" cy="10743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/>
          </p:nvSpPr>
          <p:spPr>
            <a:xfrm>
              <a:off x="4609" y="550"/>
              <a:ext cx="1625" cy="59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en-US" altLang="zh-CN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182.62</a:t>
              </a:r>
              <a:endPara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547" y="7837"/>
              <a:ext cx="1985" cy="59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en-US" altLang="zh-CN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176.50</a:t>
              </a:r>
              <a:endPara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798" y="7837"/>
              <a:ext cx="1985" cy="59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en-US" altLang="zh-CN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441.88</a:t>
              </a:r>
              <a:endPara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766" y="557"/>
              <a:ext cx="1985" cy="59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en-US" altLang="zh-CN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447.1</a:t>
              </a:r>
              <a:endPara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 rot="16200000">
            <a:off x="4600336" y="2593352"/>
            <a:ext cx="1013460" cy="368300"/>
          </a:xfrm>
          <a:prstGeom prst="rect">
            <a:avLst/>
          </a:prstGeom>
          <a:noFill/>
        </p:spPr>
        <p:txBody>
          <a:bodyPr vert="vert"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电梯厅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380355" y="1350645"/>
            <a:ext cx="112585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1083.30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564280" y="4540885"/>
            <a:ext cx="1899197" cy="1959514"/>
            <a:chOff x="12122" y="4653"/>
            <a:chExt cx="3475" cy="3356"/>
          </a:xfrm>
        </p:grpSpPr>
        <p:cxnSp>
          <p:nvCxnSpPr>
            <p:cNvPr id="16" name="直接箭头连接符 15"/>
            <p:cNvCxnSpPr/>
            <p:nvPr/>
          </p:nvCxnSpPr>
          <p:spPr>
            <a:xfrm flipV="1">
              <a:off x="12647" y="6262"/>
              <a:ext cx="2082" cy="34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arrow"/>
              <a:tailEnd type="arrow"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13290" y="4653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W</a:t>
              </a:r>
              <a:endParaRPr lang="en-US" altLang="zh-CN" sz="2400"/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V="1">
              <a:off x="12671" y="6206"/>
              <a:ext cx="2082" cy="34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14714" y="5853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N</a:t>
              </a:r>
              <a:endParaRPr lang="en-US" altLang="zh-CN" sz="240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2122" y="5869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S</a:t>
              </a:r>
              <a:endParaRPr lang="en-US" altLang="zh-CN" sz="240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3378" y="7221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E</a:t>
              </a:r>
              <a:endParaRPr lang="en-US" altLang="zh-CN" sz="2400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3973932" y="5902011"/>
            <a:ext cx="1233096" cy="36833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176.50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1" name="表格 30"/>
          <p:cNvGraphicFramePr/>
          <p:nvPr>
            <p:custDataLst>
              <p:tags r:id="rId2"/>
            </p:custDataLst>
          </p:nvPr>
        </p:nvGraphicFramePr>
        <p:xfrm>
          <a:off x="7600950" y="196215"/>
          <a:ext cx="2273935" cy="534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935"/>
              </a:tblGrid>
              <a:tr h="5340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dirty="0">
                          <a:solidFill>
                            <a:srgbClr val="002060"/>
                          </a:solidFill>
                          <a:cs typeface="+mn-lt"/>
                          <a:sym typeface="+mn-ea"/>
                        </a:rPr>
                        <a:t>5F</a:t>
                      </a:r>
                      <a:endParaRPr lang="en-US" altLang="zh-CN" sz="2400" b="0" dirty="0">
                        <a:solidFill>
                          <a:srgbClr val="002060"/>
                        </a:solidFill>
                        <a:cs typeface="+mn-lt"/>
                        <a:sym typeface="+mn-ea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2" name="任意多边形 31"/>
          <p:cNvSpPr/>
          <p:nvPr/>
        </p:nvSpPr>
        <p:spPr>
          <a:xfrm>
            <a:off x="499745" y="3365577"/>
            <a:ext cx="2115820" cy="3249930"/>
          </a:xfrm>
          <a:custGeom>
            <a:avLst/>
            <a:gdLst>
              <a:gd name="connisteX0" fmla="*/ 1100455 w 2169160"/>
              <a:gd name="connsiteY0" fmla="*/ 10795 h 3302000"/>
              <a:gd name="connisteX1" fmla="*/ 0 w 2169160"/>
              <a:gd name="connsiteY1" fmla="*/ 0 h 3302000"/>
              <a:gd name="connisteX2" fmla="*/ 0 w 2169160"/>
              <a:gd name="connsiteY2" fmla="*/ 3291840 h 3302000"/>
              <a:gd name="connisteX3" fmla="*/ 2169160 w 2169160"/>
              <a:gd name="connsiteY3" fmla="*/ 3302000 h 3302000"/>
              <a:gd name="connisteX4" fmla="*/ 2159000 w 2169160"/>
              <a:gd name="connsiteY4" fmla="*/ 1555750 h 3302000"/>
              <a:gd name="connisteX5" fmla="*/ 1111250 w 2169160"/>
              <a:gd name="connsiteY5" fmla="*/ 1545590 h 3302000"/>
              <a:gd name="connisteX6" fmla="*/ 1100455 w 2169160"/>
              <a:gd name="connsiteY6" fmla="*/ 10795 h 330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2169160" h="3302000">
                <a:moveTo>
                  <a:pt x="1100455" y="10795"/>
                </a:moveTo>
                <a:lnTo>
                  <a:pt x="0" y="0"/>
                </a:lnTo>
                <a:lnTo>
                  <a:pt x="0" y="3291840"/>
                </a:lnTo>
                <a:lnTo>
                  <a:pt x="2169160" y="3302000"/>
                </a:lnTo>
                <a:lnTo>
                  <a:pt x="2159000" y="1555750"/>
                </a:lnTo>
                <a:lnTo>
                  <a:pt x="1111250" y="1545590"/>
                </a:lnTo>
                <a:lnTo>
                  <a:pt x="1100455" y="10795"/>
                </a:lnTo>
                <a:close/>
              </a:path>
            </a:pathLst>
          </a:custGeom>
          <a:solidFill>
            <a:srgbClr val="0091DB">
              <a:alpha val="47000"/>
            </a:srgb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124700" y="331470"/>
          <a:ext cx="213296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002060"/>
                          </a:solidFill>
                          <a:sym typeface="+mn-ea"/>
                        </a:rPr>
                        <a:t>9F</a:t>
                      </a:r>
                      <a:endParaRPr lang="en-US" altLang="zh-CN" sz="2400" b="0" dirty="0">
                        <a:solidFill>
                          <a:srgbClr val="002060"/>
                        </a:solidFill>
                        <a:cs typeface="+mn-lt"/>
                        <a:sym typeface="+mn-ea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7585107" y="4471035"/>
            <a:ext cx="1899197" cy="1959514"/>
            <a:chOff x="12122" y="4653"/>
            <a:chExt cx="3475" cy="3356"/>
          </a:xfrm>
        </p:grpSpPr>
        <p:cxnSp>
          <p:nvCxnSpPr>
            <p:cNvPr id="17" name="直接箭头连接符 16"/>
            <p:cNvCxnSpPr/>
            <p:nvPr/>
          </p:nvCxnSpPr>
          <p:spPr>
            <a:xfrm flipV="1">
              <a:off x="12647" y="6262"/>
              <a:ext cx="2082" cy="34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arrow"/>
              <a:tailEnd type="arrow"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13290" y="4653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/>
                <a:t>W</a:t>
              </a:r>
              <a:endParaRPr lang="en-US" altLang="zh-CN" sz="2400"/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V="1">
              <a:off x="12671" y="6206"/>
              <a:ext cx="2082" cy="34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14714" y="5853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/>
                <a:t>N</a:t>
              </a:r>
              <a:endParaRPr lang="en-US" altLang="zh-CN" sz="24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122" y="5869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/>
                <a:t>S</a:t>
              </a:r>
              <a:endParaRPr lang="en-US" altLang="zh-CN" sz="240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3378" y="7221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/>
                <a:t>E</a:t>
              </a:r>
              <a:endParaRPr lang="en-US" altLang="zh-CN" sz="2400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2679045" y="3214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419100"/>
            <a:ext cx="6740525" cy="64389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7273290" y="5208270"/>
            <a:ext cx="1398339" cy="1404640"/>
            <a:chOff x="12122" y="4653"/>
            <a:chExt cx="3395" cy="3379"/>
          </a:xfrm>
        </p:grpSpPr>
        <p:cxnSp>
          <p:nvCxnSpPr>
            <p:cNvPr id="16" name="直接箭头连接符 15"/>
            <p:cNvCxnSpPr/>
            <p:nvPr/>
          </p:nvCxnSpPr>
          <p:spPr>
            <a:xfrm flipV="1">
              <a:off x="12647" y="6262"/>
              <a:ext cx="2082" cy="34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arrow"/>
              <a:tailEnd type="arrow"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13250" y="4653"/>
              <a:ext cx="883" cy="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W</a:t>
              </a:r>
              <a:endParaRPr lang="en-US" altLang="zh-CN" sz="1600"/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V="1">
              <a:off x="12671" y="6206"/>
              <a:ext cx="2082" cy="34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14634" y="5833"/>
              <a:ext cx="883" cy="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N</a:t>
              </a:r>
              <a:endParaRPr lang="en-US" altLang="zh-CN" sz="160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2122" y="5869"/>
              <a:ext cx="883" cy="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S</a:t>
              </a:r>
              <a:endParaRPr lang="en-US" altLang="zh-CN" sz="160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3338" y="7221"/>
              <a:ext cx="883" cy="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E</a:t>
              </a:r>
              <a:endParaRPr lang="en-US" altLang="zh-CN" sz="1600"/>
            </a:p>
          </p:txBody>
        </p:sp>
      </p:grpSp>
      <p:graphicFrame>
        <p:nvGraphicFramePr>
          <p:cNvPr id="31" name="表格 30"/>
          <p:cNvGraphicFramePr/>
          <p:nvPr>
            <p:custDataLst>
              <p:tags r:id="rId1"/>
            </p:custDataLst>
          </p:nvPr>
        </p:nvGraphicFramePr>
        <p:xfrm>
          <a:off x="7600950" y="196215"/>
          <a:ext cx="2273935" cy="534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935"/>
              </a:tblGrid>
              <a:tr h="5340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dirty="0">
                          <a:solidFill>
                            <a:srgbClr val="002060"/>
                          </a:solidFill>
                          <a:cs typeface="+mn-lt"/>
                          <a:sym typeface="+mn-ea"/>
                        </a:rPr>
                        <a:t>12F</a:t>
                      </a:r>
                      <a:endParaRPr lang="en-US" altLang="zh-CN" sz="2400" b="0" dirty="0">
                        <a:solidFill>
                          <a:srgbClr val="002060"/>
                        </a:solidFill>
                        <a:cs typeface="+mn-lt"/>
                        <a:sym typeface="+mn-ea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89255" y="285750"/>
            <a:ext cx="6846570" cy="6286500"/>
            <a:chOff x="391" y="-1422"/>
            <a:chExt cx="11924" cy="10743"/>
          </a:xfrm>
        </p:grpSpPr>
        <p:pic>
          <p:nvPicPr>
            <p:cNvPr id="22" name="图片 21" descr="low zone"/>
            <p:cNvPicPr>
              <a:picLocks noChangeAspect="1"/>
            </p:cNvPicPr>
            <p:nvPr/>
          </p:nvPicPr>
          <p:blipFill>
            <a:blip r:embed="rId2"/>
            <a:srcRect t="3435" b="1900"/>
            <a:stretch>
              <a:fillRect/>
            </a:stretch>
          </p:blipFill>
          <p:spPr>
            <a:xfrm>
              <a:off x="391" y="-1422"/>
              <a:ext cx="11924" cy="10743"/>
            </a:xfrm>
            <a:prstGeom prst="rect">
              <a:avLst/>
            </a:prstGeom>
          </p:spPr>
        </p:pic>
        <p:sp>
          <p:nvSpPr>
            <p:cNvPr id="30" name="文本框 29"/>
            <p:cNvSpPr txBox="1"/>
            <p:nvPr/>
          </p:nvSpPr>
          <p:spPr>
            <a:xfrm>
              <a:off x="9438" y="7606"/>
              <a:ext cx="1744" cy="1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2B</a:t>
              </a:r>
              <a:endParaRPr lang="en-US" altLang="zh-CN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624" y="579"/>
              <a:ext cx="1985" cy="110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en-US" altLang="zh-CN" dirty="0"/>
                <a:t>448.27</a:t>
              </a:r>
              <a:endParaRPr lang="en-US" altLang="zh-CN" dirty="0"/>
            </a:p>
            <a:p>
              <a:pPr algn="ctr"/>
              <a:endParaRPr lang="en-US" altLang="zh-CN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 rot="16200000">
            <a:off x="4553585" y="2606675"/>
            <a:ext cx="949960" cy="341630"/>
          </a:xfrm>
          <a:prstGeom prst="rect">
            <a:avLst/>
          </a:prstGeom>
          <a:noFill/>
        </p:spPr>
        <p:txBody>
          <a:bodyPr vert="vert"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电梯厅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37130" y="4951730"/>
            <a:ext cx="1506220" cy="1329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/>
        </p:nvSpPr>
        <p:spPr>
          <a:xfrm>
            <a:off x="730250" y="394970"/>
            <a:ext cx="1953260" cy="3020060"/>
          </a:xfrm>
          <a:custGeom>
            <a:avLst/>
            <a:gdLst>
              <a:gd name="connisteX0" fmla="*/ 1953260 w 1953260"/>
              <a:gd name="connsiteY0" fmla="*/ 1583055 h 3020060"/>
              <a:gd name="connisteX1" fmla="*/ 1953260 w 1953260"/>
              <a:gd name="connsiteY1" fmla="*/ 0 h 3020060"/>
              <a:gd name="connisteX2" fmla="*/ 0 w 1953260"/>
              <a:gd name="connsiteY2" fmla="*/ 0 h 3020060"/>
              <a:gd name="connisteX3" fmla="*/ 0 w 1953260"/>
              <a:gd name="connsiteY3" fmla="*/ 3020060 h 3020060"/>
              <a:gd name="connisteX4" fmla="*/ 1015365 w 1953260"/>
              <a:gd name="connsiteY4" fmla="*/ 3020060 h 3020060"/>
              <a:gd name="connisteX5" fmla="*/ 1015365 w 1953260"/>
              <a:gd name="connsiteY5" fmla="*/ 1600200 h 3020060"/>
              <a:gd name="connisteX6" fmla="*/ 1953260 w 1953260"/>
              <a:gd name="connsiteY6" fmla="*/ 1583055 h 30200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953260" h="3020060">
                <a:moveTo>
                  <a:pt x="1953260" y="1583055"/>
                </a:moveTo>
                <a:lnTo>
                  <a:pt x="1953260" y="0"/>
                </a:lnTo>
                <a:lnTo>
                  <a:pt x="0" y="0"/>
                </a:lnTo>
                <a:lnTo>
                  <a:pt x="0" y="3020060"/>
                </a:lnTo>
                <a:lnTo>
                  <a:pt x="1015365" y="3020060"/>
                </a:lnTo>
                <a:lnTo>
                  <a:pt x="1015365" y="1600200"/>
                </a:lnTo>
                <a:lnTo>
                  <a:pt x="1953260" y="1583055"/>
                </a:lnTo>
                <a:close/>
              </a:path>
            </a:pathLst>
          </a:custGeom>
          <a:solidFill>
            <a:srgbClr val="0091DB">
              <a:alpha val="43000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37740" y="5307965"/>
            <a:ext cx="1014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561.01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7564280" y="4540885"/>
            <a:ext cx="1899197" cy="1959514"/>
            <a:chOff x="12122" y="4653"/>
            <a:chExt cx="3475" cy="3356"/>
          </a:xfrm>
        </p:grpSpPr>
        <p:cxnSp>
          <p:nvCxnSpPr>
            <p:cNvPr id="16" name="直接箭头连接符 15"/>
            <p:cNvCxnSpPr/>
            <p:nvPr/>
          </p:nvCxnSpPr>
          <p:spPr>
            <a:xfrm flipV="1">
              <a:off x="12647" y="6262"/>
              <a:ext cx="2082" cy="34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arrow"/>
              <a:tailEnd type="arrow"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13290" y="4653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W</a:t>
              </a:r>
              <a:endParaRPr lang="en-US" altLang="zh-CN" sz="2400"/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V="1">
              <a:off x="12671" y="6206"/>
              <a:ext cx="2082" cy="34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14714" y="5853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N</a:t>
              </a:r>
              <a:endParaRPr lang="en-US" altLang="zh-CN" sz="240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2122" y="5869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S</a:t>
              </a:r>
              <a:endParaRPr lang="en-US" altLang="zh-CN" sz="240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3378" y="7221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E</a:t>
              </a:r>
              <a:endParaRPr lang="en-US" altLang="zh-CN" sz="2400"/>
            </a:p>
          </p:txBody>
        </p:sp>
      </p:grpSp>
      <p:graphicFrame>
        <p:nvGraphicFramePr>
          <p:cNvPr id="31" name="表格 30"/>
          <p:cNvGraphicFramePr/>
          <p:nvPr>
            <p:custDataLst>
              <p:tags r:id="rId1"/>
            </p:custDataLst>
          </p:nvPr>
        </p:nvGraphicFramePr>
        <p:xfrm>
          <a:off x="7600950" y="196215"/>
          <a:ext cx="2273935" cy="534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935"/>
              </a:tblGrid>
              <a:tr h="5340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dirty="0">
                          <a:solidFill>
                            <a:srgbClr val="002060"/>
                          </a:solidFill>
                          <a:cs typeface="+mn-lt"/>
                          <a:sym typeface="+mn-ea"/>
                        </a:rPr>
                        <a:t>15F</a:t>
                      </a:r>
                      <a:endParaRPr lang="en-US" altLang="zh-CN" sz="2400" b="0" dirty="0">
                        <a:solidFill>
                          <a:srgbClr val="002060"/>
                        </a:solidFill>
                        <a:cs typeface="+mn-lt"/>
                        <a:sym typeface="+mn-ea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0" y="405765"/>
            <a:ext cx="7102475" cy="6278245"/>
            <a:chOff x="420" y="-1534"/>
            <a:chExt cx="11924" cy="10743"/>
          </a:xfrm>
        </p:grpSpPr>
        <p:pic>
          <p:nvPicPr>
            <p:cNvPr id="22" name="图片 21" descr="low zone"/>
            <p:cNvPicPr>
              <a:picLocks noChangeAspect="1"/>
            </p:cNvPicPr>
            <p:nvPr/>
          </p:nvPicPr>
          <p:blipFill>
            <a:blip r:embed="rId2"/>
            <a:srcRect t="3435" b="1900"/>
            <a:stretch>
              <a:fillRect/>
            </a:stretch>
          </p:blipFill>
          <p:spPr>
            <a:xfrm>
              <a:off x="420" y="-1534"/>
              <a:ext cx="11924" cy="10743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2086" y="378"/>
              <a:ext cx="1985" cy="63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en-US" altLang="zh-CN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279.27</a:t>
              </a:r>
              <a:endPara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 rot="16200000">
            <a:off x="4201160" y="2769235"/>
            <a:ext cx="1114425" cy="233045"/>
          </a:xfrm>
          <a:prstGeom prst="rect">
            <a:avLst/>
          </a:prstGeom>
          <a:noFill/>
        </p:spPr>
        <p:txBody>
          <a:bodyPr vert="vert"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电梯厅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任意多边形 1"/>
          <p:cNvSpPr/>
          <p:nvPr/>
        </p:nvSpPr>
        <p:spPr>
          <a:xfrm>
            <a:off x="352425" y="525780"/>
            <a:ext cx="2031365" cy="1587500"/>
          </a:xfrm>
          <a:custGeom>
            <a:avLst/>
            <a:gdLst>
              <a:gd name="connisteX0" fmla="*/ 0 w 3218180"/>
              <a:gd name="connsiteY0" fmla="*/ 0 h 1587500"/>
              <a:gd name="connisteX1" fmla="*/ 3218180 w 3218180"/>
              <a:gd name="connsiteY1" fmla="*/ 17780 h 1587500"/>
              <a:gd name="connisteX2" fmla="*/ 3209925 w 3218180"/>
              <a:gd name="connsiteY2" fmla="*/ 1569720 h 1587500"/>
              <a:gd name="connisteX3" fmla="*/ 105410 w 3218180"/>
              <a:gd name="connsiteY3" fmla="*/ 1587500 h 1587500"/>
              <a:gd name="connisteX4" fmla="*/ 17145 w 3218180"/>
              <a:gd name="connsiteY4" fmla="*/ 1578610 h 1587500"/>
              <a:gd name="connisteX5" fmla="*/ 34925 w 3218180"/>
              <a:gd name="connsiteY5" fmla="*/ 0 h 15875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3218180" h="1587500">
                <a:moveTo>
                  <a:pt x="0" y="0"/>
                </a:moveTo>
                <a:lnTo>
                  <a:pt x="3218180" y="17780"/>
                </a:lnTo>
                <a:lnTo>
                  <a:pt x="3209925" y="1569720"/>
                </a:lnTo>
                <a:lnTo>
                  <a:pt x="105410" y="1587500"/>
                </a:lnTo>
                <a:lnTo>
                  <a:pt x="17145" y="1578610"/>
                </a:lnTo>
                <a:lnTo>
                  <a:pt x="34925" y="0"/>
                </a:lnTo>
              </a:path>
            </a:pathLst>
          </a:custGeom>
          <a:solidFill>
            <a:srgbClr val="0091DB">
              <a:alpha val="43000"/>
            </a:srgb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4709795" y="508000"/>
            <a:ext cx="1990725" cy="3007995"/>
          </a:xfrm>
          <a:custGeom>
            <a:avLst/>
            <a:gdLst>
              <a:gd name="connisteX0" fmla="*/ 0 w 1990725"/>
              <a:gd name="connsiteY0" fmla="*/ 0 h 3007995"/>
              <a:gd name="connisteX1" fmla="*/ 1990725 w 1990725"/>
              <a:gd name="connsiteY1" fmla="*/ 0 h 3007995"/>
              <a:gd name="connisteX2" fmla="*/ 1990725 w 1990725"/>
              <a:gd name="connsiteY2" fmla="*/ 3007995 h 3007995"/>
              <a:gd name="connisteX3" fmla="*/ 964565 w 1990725"/>
              <a:gd name="connsiteY3" fmla="*/ 3007995 h 3007995"/>
              <a:gd name="connisteX4" fmla="*/ 964565 w 1990725"/>
              <a:gd name="connsiteY4" fmla="*/ 1587500 h 3007995"/>
              <a:gd name="connisteX5" fmla="*/ 0 w 1990725"/>
              <a:gd name="connsiteY5" fmla="*/ 1587500 h 3007995"/>
              <a:gd name="connisteX6" fmla="*/ 0 w 1990725"/>
              <a:gd name="connsiteY6" fmla="*/ 0 h 30079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990725" h="3007995">
                <a:moveTo>
                  <a:pt x="0" y="0"/>
                </a:moveTo>
                <a:lnTo>
                  <a:pt x="1990725" y="0"/>
                </a:lnTo>
                <a:lnTo>
                  <a:pt x="1990725" y="3007995"/>
                </a:lnTo>
                <a:lnTo>
                  <a:pt x="964565" y="3007995"/>
                </a:lnTo>
                <a:lnTo>
                  <a:pt x="96456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0091DB">
              <a:alpha val="31000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012690" y="1007745"/>
            <a:ext cx="2166620" cy="139954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p>
            <a:pPr algn="ctr"/>
            <a:endParaRPr lang="zh-CN" altLang="en-US" sz="1600" dirty="0">
              <a:solidFill>
                <a:schemeClr val="accent1"/>
              </a:solidFill>
              <a:effectLst/>
            </a:endParaRPr>
          </a:p>
          <a:p>
            <a:pPr algn="ctr"/>
            <a:endParaRPr lang="zh-CN" altLang="en-US" sz="1600" dirty="0">
              <a:solidFill>
                <a:schemeClr val="accent1"/>
              </a:solidFill>
              <a:effectLst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effectLst/>
              </a:rPr>
              <a:t>456.35</a:t>
            </a:r>
            <a:endParaRPr lang="en-US" altLang="zh-CN" sz="1600" dirty="0">
              <a:solidFill>
                <a:schemeClr val="tx1"/>
              </a:solidFill>
              <a:effectLst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effectLst/>
              </a:rPr>
              <a:t>2026-9-30</a:t>
            </a:r>
            <a:endParaRPr lang="en-US" altLang="zh-CN" sz="1600" dirty="0">
              <a:solidFill>
                <a:schemeClr val="accent1"/>
              </a:solidFill>
              <a:effectLst/>
            </a:endParaRPr>
          </a:p>
          <a:p>
            <a:pPr algn="ctr"/>
            <a:endParaRPr lang="zh-CN" altLang="en-US" sz="1600" dirty="0">
              <a:solidFill>
                <a:schemeClr val="accent1"/>
              </a:solidFill>
              <a:effectLst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89600" y="3515995"/>
            <a:ext cx="994410" cy="1142365"/>
          </a:xfrm>
          <a:prstGeom prst="rect">
            <a:avLst/>
          </a:prstGeom>
          <a:solidFill>
            <a:srgbClr val="58B6E5">
              <a:alpha val="47000"/>
            </a:srgbClr>
          </a:solidFill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616575" y="3700780"/>
            <a:ext cx="1140460" cy="605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2E</a:t>
            </a:r>
            <a:endParaRPr lang="en-US" altLang="zh-CN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108.8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71025" y="123825"/>
            <a:ext cx="6915150" cy="6610350"/>
            <a:chOff x="829" y="-258"/>
            <a:chExt cx="11140" cy="10800"/>
          </a:xfrm>
        </p:grpSpPr>
        <p:grpSp>
          <p:nvGrpSpPr>
            <p:cNvPr id="3" name="组合 2"/>
            <p:cNvGrpSpPr/>
            <p:nvPr/>
          </p:nvGrpSpPr>
          <p:grpSpPr>
            <a:xfrm>
              <a:off x="829" y="-258"/>
              <a:ext cx="11140" cy="10800"/>
              <a:chOff x="958" y="727"/>
              <a:chExt cx="9863" cy="9449"/>
            </a:xfrm>
          </p:grpSpPr>
          <p:pic>
            <p:nvPicPr>
              <p:cNvPr id="6" name="图片 5" descr="mid zone"/>
              <p:cNvPicPr>
                <a:picLocks noChangeAspect="1"/>
              </p:cNvPicPr>
              <p:nvPr/>
            </p:nvPicPr>
            <p:blipFill>
              <a:blip r:embed="rId1"/>
              <a:srcRect l="4149" t="4083" r="5798" b="2279"/>
              <a:stretch>
                <a:fillRect/>
              </a:stretch>
            </p:blipFill>
            <p:spPr>
              <a:xfrm>
                <a:off x="958" y="727"/>
                <a:ext cx="9863" cy="9449"/>
              </a:xfrm>
              <a:prstGeom prst="rect">
                <a:avLst/>
              </a:prstGeom>
            </p:spPr>
          </p:pic>
          <p:sp>
            <p:nvSpPr>
              <p:cNvPr id="12" name="文本框 11"/>
              <p:cNvSpPr txBox="1"/>
              <p:nvPr/>
            </p:nvSpPr>
            <p:spPr>
              <a:xfrm>
                <a:off x="2331" y="2716"/>
                <a:ext cx="1727" cy="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543.76</a:t>
                </a:r>
                <a:endParaRPr lang="en-US" altLang="zh-CN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5599" y="2748"/>
                <a:ext cx="1727" cy="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r>
                  <a:rPr lang="en-US" altLang="zh-CN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278.47</a:t>
                </a:r>
                <a:endParaRPr lang="en-US" altLang="zh-CN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1711" y="8418"/>
                <a:ext cx="1727" cy="1263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rtlCol="0">
                <a:noAutofit/>
                <a:scene3d>
                  <a:camera prst="orthographicFront"/>
                  <a:lightRig rig="threePt" dir="t"/>
                </a:scene3d>
              </a:bodyPr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5</a:t>
                </a:r>
                <a:endParaRPr lang="en-US" altLang="zh-CN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8696" y="3663"/>
              <a:ext cx="607" cy="5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endPara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aphicFrame>
        <p:nvGraphicFramePr>
          <p:cNvPr id="13" name="表格 12"/>
          <p:cNvGraphicFramePr>
            <a:graphicFrameLocks noChangeAspect="1"/>
          </p:cNvGraphicFramePr>
          <p:nvPr/>
        </p:nvGraphicFramePr>
        <p:xfrm>
          <a:off x="7464986" y="357601"/>
          <a:ext cx="2649363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9363"/>
              </a:tblGrid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002060"/>
                          </a:solidFill>
                          <a:sym typeface="+mn-ea"/>
                        </a:rPr>
                        <a:t>19F</a:t>
                      </a:r>
                      <a:endParaRPr lang="en-US" altLang="zh-CN" sz="2400" dirty="0">
                        <a:solidFill>
                          <a:srgbClr val="002060"/>
                        </a:solidFill>
                        <a:sym typeface="+mn-ea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37" name="组合 36"/>
          <p:cNvGrpSpPr/>
          <p:nvPr/>
        </p:nvGrpSpPr>
        <p:grpSpPr>
          <a:xfrm>
            <a:off x="7430770" y="4484451"/>
            <a:ext cx="2023569" cy="2045132"/>
            <a:chOff x="12122" y="4653"/>
            <a:chExt cx="3475" cy="3356"/>
          </a:xfrm>
        </p:grpSpPr>
        <p:cxnSp>
          <p:nvCxnSpPr>
            <p:cNvPr id="31" name="直接箭头连接符 30"/>
            <p:cNvCxnSpPr/>
            <p:nvPr/>
          </p:nvCxnSpPr>
          <p:spPr>
            <a:xfrm flipV="1">
              <a:off x="12647" y="6262"/>
              <a:ext cx="2082" cy="34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arrow"/>
              <a:tailEnd type="arrow"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13290" y="4653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/>
                <a:t>W</a:t>
              </a:r>
              <a:endParaRPr lang="en-US" altLang="zh-CN" sz="2400"/>
            </a:p>
          </p:txBody>
        </p:sp>
        <p:cxnSp>
          <p:nvCxnSpPr>
            <p:cNvPr id="30" name="直接箭头连接符 29"/>
            <p:cNvCxnSpPr/>
            <p:nvPr/>
          </p:nvCxnSpPr>
          <p:spPr>
            <a:xfrm flipV="1">
              <a:off x="12671" y="6206"/>
              <a:ext cx="2082" cy="34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/>
            <p:cNvSpPr txBox="1"/>
            <p:nvPr/>
          </p:nvSpPr>
          <p:spPr>
            <a:xfrm>
              <a:off x="14714" y="5853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/>
                <a:t>N</a:t>
              </a:r>
              <a:endParaRPr lang="en-US" altLang="zh-CN" sz="240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2122" y="5869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/>
                <a:t>S</a:t>
              </a:r>
              <a:endParaRPr lang="en-US" altLang="zh-CN" sz="240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3378" y="7221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/>
                <a:t>E</a:t>
              </a:r>
              <a:endParaRPr lang="en-US" altLang="zh-CN" sz="2400"/>
            </a:p>
          </p:txBody>
        </p:sp>
      </p:grpSp>
      <p:sp>
        <p:nvSpPr>
          <p:cNvPr id="28" name="矩形 27"/>
          <p:cNvSpPr/>
          <p:nvPr/>
        </p:nvSpPr>
        <p:spPr>
          <a:xfrm>
            <a:off x="2661920" y="4895215"/>
            <a:ext cx="1165860" cy="1591945"/>
          </a:xfrm>
          <a:prstGeom prst="rect">
            <a:avLst/>
          </a:prstGeom>
          <a:solidFill>
            <a:srgbClr val="0091DB">
              <a:alpha val="49000"/>
            </a:srgb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rIns="0" rtlCol="0" anchor="t" anchorCtr="0"/>
          <a:lstStyle/>
          <a:p>
            <a:pPr algn="ctr"/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/>
            <a:endParaRPr lang="en-US" altLang="zh-CN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en-US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002769" y="5208810"/>
            <a:ext cx="882994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3B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181.45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661920" y="5192395"/>
            <a:ext cx="116586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1903A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181.45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 rot="16200000">
            <a:off x="2046605" y="2769235"/>
            <a:ext cx="1114425" cy="233045"/>
          </a:xfrm>
          <a:prstGeom prst="rect">
            <a:avLst/>
          </a:prstGeom>
          <a:noFill/>
        </p:spPr>
        <p:txBody>
          <a:bodyPr vert="vert"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电梯厅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 bwMode="auto">
          <a:xfrm>
            <a:off x="669925" y="302260"/>
            <a:ext cx="9856543" cy="537662"/>
          </a:xfrm>
          <a:effectLst/>
          <a:sp3d prstMaterial="plastic"/>
        </p:spPr>
        <p:txBody>
          <a:bodyPr vert="horz" wrap="square" lIns="91440" tIns="45720" rIns="91440" bIns="45720" numCol="1" anchor="b" anchorCtr="0" compatLnSpc="1">
            <a:noAutofit/>
            <a:scene3d>
              <a:camera prst="orthographicFront"/>
              <a:lightRig rig="threePt" dir="t"/>
            </a:scene3d>
          </a:bodyPr>
          <a:lstStyle/>
          <a:p>
            <a:pPr marL="0" marR="0" lvl="0" algn="l" defTabSz="914400" rtl="0" eaLnBrk="0" fontAlgn="base" latinLnBrk="0" hangingPunct="0">
              <a:lnSpc>
                <a:spcPct val="90000"/>
              </a:lnSpc>
              <a:buClrTx/>
              <a:buSzTx/>
              <a:buFontTx/>
              <a:buNone/>
              <a:defRPr/>
            </a:pP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可租精装房源-2</a:t>
            </a:r>
            <a:r>
              <a:rPr lang="en-US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1</a:t>
            </a: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F </a:t>
            </a:r>
            <a:r>
              <a:rPr lang="en-US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444.77</a:t>
            </a: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㎡</a:t>
            </a:r>
            <a:endParaRPr lang="zh-CN" altLang="zh-CN" b="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10895" y="5830570"/>
          <a:ext cx="10851515" cy="12573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61135"/>
                <a:gridCol w="9390380"/>
              </a:tblGrid>
              <a:tr h="314325"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2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朝向</a:t>
                      </a:r>
                      <a:endParaRPr lang="zh-CN" altLang="zh-CN" sz="12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88900" marR="88900" marT="47625" marB="47625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200" b="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东南</a:t>
                      </a:r>
                      <a:endParaRPr lang="zh-CN" altLang="zh-CN" sz="1200" b="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88900" marR="88900" marT="47625" marB="476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4325"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2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整体布局</a:t>
                      </a:r>
                      <a:endParaRPr lang="zh-CN" altLang="zh-CN" sz="12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88900" marR="88900" marT="47625" marB="47625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间总经理室，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间总监办公室，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间会议室、工区办公位（可放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72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个工位）、机房、茶水间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88900" marR="88900" marT="47625" marB="476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4325"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2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租金报价</a:t>
                      </a:r>
                      <a:endParaRPr lang="zh-CN" altLang="zh-CN" sz="12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88900" marR="88900" marT="47625" marB="47625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9.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</a:t>
                      </a:r>
                      <a:r>
                        <a:rPr lang="zh-CN" altLang="zh-CN" sz="1200" b="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元/㎡/天(含9%增值税)</a:t>
                      </a:r>
                      <a:endParaRPr lang="zh-CN" altLang="zh-CN" sz="1200" b="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88900" marR="88900" marT="47625" marB="476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35" y="775970"/>
            <a:ext cx="8991600" cy="5054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475" y="892175"/>
            <a:ext cx="3120399" cy="234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475" y="3319780"/>
            <a:ext cx="3120781" cy="23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/>
        </p:nvSpPr>
        <p:spPr>
          <a:xfrm>
            <a:off x="626745" y="942340"/>
            <a:ext cx="2820035" cy="5412740"/>
          </a:xfrm>
          <a:custGeom>
            <a:avLst/>
            <a:gdLst>
              <a:gd name="connsiteX0" fmla="*/ 3112169 w 3176337"/>
              <a:gd name="connsiteY0" fmla="*/ 1636295 h 6096000"/>
              <a:gd name="connsiteX1" fmla="*/ 3176337 w 3176337"/>
              <a:gd name="connsiteY1" fmla="*/ 1636295 h 6096000"/>
              <a:gd name="connsiteX2" fmla="*/ 3160295 w 3176337"/>
              <a:gd name="connsiteY2" fmla="*/ 16042 h 6096000"/>
              <a:gd name="connsiteX3" fmla="*/ 16042 w 3176337"/>
              <a:gd name="connsiteY3" fmla="*/ 0 h 6096000"/>
              <a:gd name="connsiteX4" fmla="*/ 0 w 3176337"/>
              <a:gd name="connsiteY4" fmla="*/ 6063916 h 6096000"/>
              <a:gd name="connsiteX5" fmla="*/ 2037347 w 3176337"/>
              <a:gd name="connsiteY5" fmla="*/ 6096000 h 6096000"/>
              <a:gd name="connsiteX6" fmla="*/ 2037347 w 3176337"/>
              <a:gd name="connsiteY6" fmla="*/ 4523874 h 6096000"/>
              <a:gd name="connsiteX7" fmla="*/ 1090863 w 3176337"/>
              <a:gd name="connsiteY7" fmla="*/ 4507831 h 6096000"/>
              <a:gd name="connsiteX8" fmla="*/ 1074821 w 3176337"/>
              <a:gd name="connsiteY8" fmla="*/ 1668379 h 6096000"/>
              <a:gd name="connsiteX9" fmla="*/ 3112169 w 3176337"/>
              <a:gd name="connsiteY9" fmla="*/ 1636295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76337" h="6096000">
                <a:moveTo>
                  <a:pt x="3112169" y="1636295"/>
                </a:moveTo>
                <a:lnTo>
                  <a:pt x="3176337" y="1636295"/>
                </a:lnTo>
                <a:lnTo>
                  <a:pt x="3160295" y="16042"/>
                </a:lnTo>
                <a:lnTo>
                  <a:pt x="16042" y="0"/>
                </a:lnTo>
                <a:cubicBezTo>
                  <a:pt x="10695" y="2021305"/>
                  <a:pt x="5347" y="4042611"/>
                  <a:pt x="0" y="6063916"/>
                </a:cubicBezTo>
                <a:lnTo>
                  <a:pt x="2037347" y="6096000"/>
                </a:lnTo>
                <a:lnTo>
                  <a:pt x="2037347" y="4523874"/>
                </a:lnTo>
                <a:lnTo>
                  <a:pt x="1090863" y="4507831"/>
                </a:lnTo>
                <a:cubicBezTo>
                  <a:pt x="1085516" y="3561347"/>
                  <a:pt x="1080168" y="2614863"/>
                  <a:pt x="1074821" y="1668379"/>
                </a:cubicBezTo>
                <a:lnTo>
                  <a:pt x="3112169" y="1636295"/>
                </a:lnTo>
                <a:close/>
              </a:path>
            </a:pathLst>
          </a:custGeom>
          <a:blipFill>
            <a:blip r:embed="rId1">
              <a:alphaModFix amt="29000"/>
            </a:blip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mid zone"/>
          <p:cNvPicPr>
            <a:picLocks noChangeAspect="1"/>
          </p:cNvPicPr>
          <p:nvPr/>
        </p:nvPicPr>
        <p:blipFill>
          <a:blip r:embed="rId2"/>
          <a:srcRect l="4127" t="4707" r="4839" b="3657"/>
          <a:stretch>
            <a:fillRect/>
          </a:stretch>
        </p:blipFill>
        <p:spPr>
          <a:xfrm>
            <a:off x="412750" y="748030"/>
            <a:ext cx="6071870" cy="569341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</p:pic>
      <p:graphicFrame>
        <p:nvGraphicFramePr>
          <p:cNvPr id="4" name="表格 3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7124700" y="331470"/>
          <a:ext cx="213296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002060"/>
                          </a:solidFill>
                          <a:sym typeface="+mn-ea"/>
                        </a:rPr>
                        <a:t>29F</a:t>
                      </a:r>
                      <a:endParaRPr lang="en-US" altLang="zh-CN" sz="2400" b="0" dirty="0">
                        <a:solidFill>
                          <a:srgbClr val="002060"/>
                        </a:solidFill>
                        <a:cs typeface="+mn-lt"/>
                        <a:sym typeface="+mn-ea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523740" y="3067050"/>
            <a:ext cx="723265" cy="3771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71.45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585107" y="4471035"/>
            <a:ext cx="1899197" cy="1959514"/>
            <a:chOff x="12122" y="4653"/>
            <a:chExt cx="3475" cy="3356"/>
          </a:xfrm>
        </p:grpSpPr>
        <p:cxnSp>
          <p:nvCxnSpPr>
            <p:cNvPr id="17" name="直接箭头连接符 16"/>
            <p:cNvCxnSpPr/>
            <p:nvPr/>
          </p:nvCxnSpPr>
          <p:spPr>
            <a:xfrm flipV="1">
              <a:off x="12647" y="6262"/>
              <a:ext cx="2082" cy="34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arrow"/>
              <a:tailEnd type="arrow"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13290" y="4653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/>
                <a:t>W</a:t>
              </a:r>
              <a:endParaRPr lang="en-US" altLang="zh-CN" sz="2400"/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V="1">
              <a:off x="12671" y="6206"/>
              <a:ext cx="2082" cy="34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14714" y="5853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/>
                <a:t>N</a:t>
              </a:r>
              <a:endParaRPr lang="en-US" altLang="zh-CN" sz="24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122" y="5869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/>
                <a:t>S</a:t>
              </a:r>
              <a:endParaRPr lang="en-US" altLang="zh-CN" sz="240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3378" y="7221"/>
              <a:ext cx="883" cy="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/>
                <a:t>E</a:t>
              </a:r>
              <a:endParaRPr lang="en-US" altLang="zh-CN" sz="2400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2679045" y="3214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27" name="任意多边形: 形状 26"/>
          <p:cNvSpPr/>
          <p:nvPr/>
        </p:nvSpPr>
        <p:spPr>
          <a:xfrm>
            <a:off x="626745" y="1580515"/>
            <a:ext cx="1821815" cy="4754245"/>
          </a:xfrm>
          <a:custGeom>
            <a:avLst/>
            <a:gdLst>
              <a:gd name="connsiteX0" fmla="*/ 10510 w 1975945"/>
              <a:gd name="connsiteY0" fmla="*/ 0 h 5255173"/>
              <a:gd name="connsiteX1" fmla="*/ 1019503 w 1975945"/>
              <a:gd name="connsiteY1" fmla="*/ 0 h 5255173"/>
              <a:gd name="connsiteX2" fmla="*/ 1051034 w 1975945"/>
              <a:gd name="connsiteY2" fmla="*/ 3689131 h 5255173"/>
              <a:gd name="connsiteX3" fmla="*/ 1965434 w 1975945"/>
              <a:gd name="connsiteY3" fmla="*/ 3678621 h 5255173"/>
              <a:gd name="connsiteX4" fmla="*/ 1975945 w 1975945"/>
              <a:gd name="connsiteY4" fmla="*/ 5255173 h 5255173"/>
              <a:gd name="connsiteX5" fmla="*/ 0 w 1975945"/>
              <a:gd name="connsiteY5" fmla="*/ 5244662 h 5255173"/>
              <a:gd name="connsiteX6" fmla="*/ 10510 w 1975945"/>
              <a:gd name="connsiteY6" fmla="*/ 0 h 5255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5945" h="5255173">
                <a:moveTo>
                  <a:pt x="10510" y="0"/>
                </a:moveTo>
                <a:lnTo>
                  <a:pt x="1019503" y="0"/>
                </a:lnTo>
                <a:lnTo>
                  <a:pt x="1051034" y="3689131"/>
                </a:lnTo>
                <a:lnTo>
                  <a:pt x="1965434" y="3678621"/>
                </a:lnTo>
                <a:cubicBezTo>
                  <a:pt x="1968938" y="4204138"/>
                  <a:pt x="1972441" y="4729656"/>
                  <a:pt x="1975945" y="5255173"/>
                </a:cubicBezTo>
                <a:lnTo>
                  <a:pt x="0" y="5244662"/>
                </a:lnTo>
                <a:cubicBezTo>
                  <a:pt x="7007" y="3510455"/>
                  <a:pt x="14013" y="1776249"/>
                  <a:pt x="10510" y="0"/>
                </a:cubicBezTo>
                <a:close/>
              </a:path>
            </a:pathLst>
          </a:custGeom>
          <a:solidFill>
            <a:srgbClr val="0091DB">
              <a:alpha val="40000"/>
            </a:srgb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39165" y="5709285"/>
            <a:ext cx="1017905" cy="33337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661.22</a:t>
            </a:r>
            <a:endParaRPr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 bwMode="auto">
          <a:xfrm>
            <a:off x="669925" y="302260"/>
            <a:ext cx="9856543" cy="537662"/>
          </a:xfrm>
          <a:effectLst/>
          <a:sp3d prstMaterial="plastic"/>
        </p:spPr>
        <p:txBody>
          <a:bodyPr vert="horz" wrap="square" lIns="91440" tIns="45720" rIns="91440" bIns="45720" numCol="1" anchor="b" anchorCtr="0" compatLnSpc="1">
            <a:no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 泰康保险大厦-佣金政策</a:t>
            </a:r>
            <a:endParaRPr kumimoji="0" lang="zh-CN" altLang="en-US" sz="2800" b="1" i="0" u="none" strike="noStrike" kern="1200" cap="none" spc="0" normalizeH="0" baseline="0" noProof="1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j-cs"/>
              <a:sym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9105" y="1458595"/>
          <a:ext cx="10857865" cy="4087495"/>
        </p:xfrm>
        <a:graphic>
          <a:graphicData uri="http://schemas.openxmlformats.org/drawingml/2006/table">
            <a:tbl>
              <a:tblPr firstRow="1" firstCol="1">
                <a:tableStyleId>{69CF1AB2-1976-4502-BF36-3FF5EA218861}</a:tableStyleId>
              </a:tblPr>
              <a:tblGrid>
                <a:gridCol w="5433695"/>
                <a:gridCol w="5424170"/>
              </a:tblGrid>
              <a:tr h="63817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保险大厦佣金政策</a:t>
                      </a:r>
                      <a:endParaRPr lang="zh-CN" altLang="zh-CN" sz="1800" b="1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marL="68580" marR="68580" marT="0" marB="0" anchor="ctr" anchorCtr="0"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新租政策</a:t>
                      </a:r>
                      <a:endParaRPr lang="zh-CN" altLang="zh-CN" sz="1800" b="1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marL="68580" marR="68580" marT="0" marB="0" anchor="ctr" anchorCtr="0"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485140">
                <a:tc>
                  <a:txBody>
                    <a:bodyPr/>
                    <a:p>
                      <a:pPr algn="ctr"/>
                      <a:r>
                        <a:rPr lang="zh-CN" altLang="zh-CN" sz="1800" b="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面积段</a:t>
                      </a:r>
                      <a:endParaRPr lang="zh-CN" altLang="zh-CN" sz="1800" b="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zh-CN" sz="18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佣金（月/净价）</a:t>
                      </a:r>
                      <a:endParaRPr lang="zh-CN" altLang="zh-CN" sz="18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804545">
                <a:tc>
                  <a:txBody>
                    <a:bodyPr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</a:t>
                      </a:r>
                      <a:r>
                        <a:rPr lang="zh-CN" altLang="zh-CN" sz="18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00平米以下</a:t>
                      </a:r>
                      <a:endParaRPr lang="zh-CN" altLang="zh-CN" sz="1800" b="1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2.0</a:t>
                      </a:r>
                      <a:endParaRPr lang="en-US" altLang="zh-CN" sz="1800" b="1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767080">
                <a:tc>
                  <a:txBody>
                    <a:bodyPr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500-</a:t>
                      </a:r>
                      <a:r>
                        <a:rPr lang="zh-CN" altLang="zh-CN" sz="18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1,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0</a:t>
                      </a:r>
                      <a:r>
                        <a:rPr lang="zh-CN" altLang="zh-CN" sz="18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00平米</a:t>
                      </a:r>
                      <a:endParaRPr lang="zh-CN" altLang="zh-CN" sz="1800" b="1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2.2</a:t>
                      </a:r>
                      <a:endParaRPr lang="en-US" altLang="zh-CN" sz="1800" b="1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735965">
                <a:tc>
                  <a:txBody>
                    <a:bodyPr/>
                    <a:p>
                      <a:pPr algn="ctr"/>
                      <a:r>
                        <a:rPr lang="zh-CN" altLang="zh-CN" sz="18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1,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0</a:t>
                      </a:r>
                      <a:r>
                        <a:rPr lang="zh-CN" altLang="zh-CN" sz="18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00到整层以下</a:t>
                      </a:r>
                      <a:endParaRPr lang="zh-CN" altLang="zh-CN" sz="1800" b="1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2.5</a:t>
                      </a:r>
                      <a:endParaRPr lang="en-US" altLang="zh-CN" sz="1800" b="1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656590">
                <a:tc>
                  <a:txBody>
                    <a:bodyPr/>
                    <a:p>
                      <a:pPr algn="ctr"/>
                      <a:r>
                        <a:rPr lang="zh-CN" altLang="zh-CN" sz="18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整层及以上</a:t>
                      </a:r>
                      <a:endParaRPr lang="zh-CN" altLang="zh-CN" sz="1800" b="1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3.0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 anchor="ctr" anchorCtr="0"/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3575050" y="5880735"/>
            <a:ext cx="4034790" cy="1301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4000" b="1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最高可达</a:t>
            </a:r>
            <a:r>
              <a:rPr lang="en-US" altLang="zh-CN" sz="4000" b="1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3</a:t>
            </a:r>
            <a:r>
              <a:rPr lang="zh-CN" altLang="en-US" sz="4000" b="1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个月佣金</a:t>
            </a:r>
            <a:endParaRPr lang="zh-CN" altLang="en-US" sz="4000" b="1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ja-JP" sz="3200" b="0" dirty="0">
                <a:solidFill>
                  <a:schemeClr val="bg1"/>
                </a:solidFill>
                <a:latin typeface="+mn-lt"/>
                <a:ea typeface="CYuenGB-Xbold-U" pitchFamily="34" charset="-122"/>
              </a:rPr>
              <a:t>Thank you</a:t>
            </a:r>
            <a:br>
              <a:rPr lang="en-US" altLang="zh-CN" sz="5400" b="1" dirty="0">
                <a:solidFill>
                  <a:schemeClr val="bg1"/>
                </a:solidFill>
                <a:latin typeface="+mn-lt"/>
                <a:ea typeface="CYuenGB-Xbold-U" pitchFamily="34" charset="-122"/>
              </a:rPr>
            </a:br>
            <a:r>
              <a:rPr lang="zh-CN" altLang="en-US" dirty="0">
                <a:solidFill>
                  <a:schemeClr val="bg1"/>
                </a:solidFill>
              </a:rPr>
              <a:t>感谢观看！</a:t>
            </a:r>
            <a:br>
              <a:rPr lang="zh-CN" altLang="en-US" dirty="0">
                <a:solidFill>
                  <a:schemeClr val="bg1"/>
                </a:solidFill>
              </a:rPr>
            </a:br>
            <a:br>
              <a:rPr lang="zh-CN" altLang="en-US" dirty="0">
                <a:solidFill>
                  <a:schemeClr val="bg1"/>
                </a:solidFill>
              </a:rPr>
            </a:br>
            <a:r>
              <a:rPr lang="zh-CN" altLang="en-US" sz="2200" dirty="0">
                <a:solidFill>
                  <a:schemeClr val="bg1"/>
                </a:solidFill>
              </a:rPr>
              <a:t>联系方式</a:t>
            </a:r>
            <a:r>
              <a:rPr lang="en-US" altLang="zh-CN" sz="2200" dirty="0">
                <a:solidFill>
                  <a:schemeClr val="bg1"/>
                </a:solidFill>
              </a:rPr>
              <a:t> </a:t>
            </a:r>
            <a:r>
              <a:rPr lang="zh-CN" altLang="en-US" sz="2200" dirty="0">
                <a:solidFill>
                  <a:schemeClr val="bg1"/>
                </a:solidFill>
              </a:rPr>
              <a:t>：</a:t>
            </a:r>
            <a:r>
              <a:rPr lang="en-US" altLang="zh-CN" sz="2200" dirty="0">
                <a:solidFill>
                  <a:schemeClr val="bg1"/>
                </a:solidFill>
              </a:rPr>
              <a:t>Annie  15021149003</a:t>
            </a:r>
            <a:endParaRPr lang="en-US" altLang="zh-CN" sz="2200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3305" y="4272915"/>
            <a:ext cx="1857375" cy="22218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1.05,&quot;left&quot;:390.7,&quot;top&quot;:109.8,&quot;width&quot;:554.15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DIAGRAM_VIRTUALLY_FRAME" val="{&quot;height&quot;:397.263779527559,&quot;left&quot;:89.91527559055118,&quot;top&quot;:91.40866141732283,&quot;width&quot;:837.5493700787401}"/>
</p:tagLst>
</file>

<file path=ppt/tags/tag4.xml><?xml version="1.0" encoding="utf-8"?>
<p:tagLst xmlns:p="http://schemas.openxmlformats.org/presentationml/2006/main">
  <p:tag name="KSO_WM_DIAGRAM_VIRTUALLY_FRAME" val="{&quot;height&quot;:371.05,&quot;left&quot;:390.7,&quot;top&quot;:109.8,&quot;width&quot;:554.15}"/>
  <p:tag name="KSO_WM_BEAUTIFY_FLAG" val=""/>
</p:tagLst>
</file>

<file path=ppt/tags/tag5.xml><?xml version="1.0" encoding="utf-8"?>
<p:tagLst xmlns:p="http://schemas.openxmlformats.org/presentationml/2006/main">
  <p:tag name="KSO_WM_DIAGRAM_VIRTUALLY_FRAME" val="{&quot;height&quot;:371.05,&quot;left&quot;:390.7,&quot;top&quot;:109.8,&quot;width&quot;:554.15}"/>
  <p:tag name="KSO_WM_BEAUTIFY_FLAG" val=""/>
</p:tagLst>
</file>

<file path=ppt/tags/tag6.xml><?xml version="1.0" encoding="utf-8"?>
<p:tagLst xmlns:p="http://schemas.openxmlformats.org/presentationml/2006/main">
  <p:tag name="KSO_WM_DIAGRAM_VIRTUALLY_FRAME" val="{&quot;height&quot;:371.05,&quot;left&quot;:390.7,&quot;top&quot;:109.8,&quot;width&quot;:554.15}"/>
  <p:tag name="KSO_WM_BEAUTIFY_FLAG" val=""/>
</p:tagLst>
</file>

<file path=ppt/tags/tag7.xml><?xml version="1.0" encoding="utf-8"?>
<p:tagLst xmlns:p="http://schemas.openxmlformats.org/presentationml/2006/main">
  <p:tag name="KSO_WM_DIAGRAM_VIRTUALLY_FRAME" val="{&quot;height&quot;:371.05,&quot;left&quot;:390.7,&quot;top&quot;:109.8,&quot;width&quot;:554.15}"/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  <p:tag name="TABLE_ENDDRAG_ORIGIN_RECT" val="322*397"/>
  <p:tag name="TABLE_ENDDRAG_RECT" val="59*83*322*397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DIAGRAM_VIRTUALLY_FRAME" val="{&quot;height&quot;:402.57748031496055,&quot;left&quot;:17.276456692913385,&quot;top&quot;:88.23944881889763,&quot;width&quot;:823.6110236220472}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  <p:tag name="KSO_WM_DIAGRAM_VIRTUALLY_FRAME" val="{&quot;height&quot;:402.57748031496055,&quot;left&quot;:17.276456692913385,&quot;top&quot;:88.23944881889763,&quot;width&quot;:823.6110236220472}"/>
</p:tagLst>
</file>

<file path=ppt/tags/tag16.xml><?xml version="1.0" encoding="utf-8"?>
<p:tagLst xmlns:p="http://schemas.openxmlformats.org/presentationml/2006/main">
  <p:tag name="KSO_WM_BEAUTIFY_FLAG" val=""/>
  <p:tag name="KSO_WM_DIAGRAM_VIRTUALLY_FRAME" val="{&quot;height&quot;:402.57748031496055,&quot;left&quot;:17.276456692913385,&quot;top&quot;:88.23944881889763,&quot;width&quot;:823.6110236220472}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  <p:tag name="KSO_WM_DIAGRAM_VIRTUALLY_FRAME" val="{&quot;height&quot;:402.57748031496055,&quot;left&quot;:17.276456692913385,&quot;top&quot;:88.23944881889763,&quot;width&quot;:823.6110236220472}"/>
</p:tagLst>
</file>

<file path=ppt/tags/tag19.xml><?xml version="1.0" encoding="utf-8"?>
<p:tagLst xmlns:p="http://schemas.openxmlformats.org/presentationml/2006/main">
  <p:tag name="KSO_WM_BEAUTIFY_FLAG" val=""/>
  <p:tag name="KSO_WM_DIAGRAM_VIRTUALLY_FRAME" val="{&quot;height&quot;:402.57748031496055,&quot;left&quot;:17.276456692913385,&quot;top&quot;:88.23944881889763,&quot;width&quot;:823.6110236220472}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TABLE_ENDDRAG_ORIGIN_RECT" val="538*430"/>
  <p:tag name="TABLE_ENDDRAG_RECT" val="397*76*538*430"/>
</p:tagLst>
</file>

<file path=ppt/tags/tag23.xml><?xml version="1.0" encoding="utf-8"?>
<p:tagLst xmlns:p="http://schemas.openxmlformats.org/presentationml/2006/main">
  <p:tag name="TABLE_ENDDRAG_ORIGIN_RECT" val="179*42"/>
  <p:tag name="TABLE_ENDDRAG_RECT" val="598*15*179*42"/>
</p:tagLst>
</file>

<file path=ppt/tags/tag24.xml><?xml version="1.0" encoding="utf-8"?>
<p:tagLst xmlns:p="http://schemas.openxmlformats.org/presentationml/2006/main">
  <p:tag name="TABLE_ENDDRAG_ORIGIN_RECT" val="167*27"/>
  <p:tag name="TABLE_ENDDRAG_RECT" val="561*26*167*27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6.xml><?xml version="1.0" encoding="utf-8"?>
<p:tagLst xmlns:p="http://schemas.openxmlformats.org/presentationml/2006/main">
  <p:tag name="TABLE_ENDDRAG_ORIGIN_RECT" val="179*42"/>
  <p:tag name="TABLE_ENDDRAG_RECT" val="598*15*179*42"/>
</p:tagLst>
</file>

<file path=ppt/tags/tag27.xml><?xml version="1.0" encoding="utf-8"?>
<p:tagLst xmlns:p="http://schemas.openxmlformats.org/presentationml/2006/main">
  <p:tag name="TABLE_ENDDRAG_ORIGIN_RECT" val="179*42"/>
  <p:tag name="TABLE_ENDDRAG_RECT" val="598*15*179*42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9.xml><?xml version="1.0" encoding="utf-8"?>
<p:tagLst xmlns:p="http://schemas.openxmlformats.org/presentationml/2006/main">
  <p:tag name="KSO_WM_UNIT_TABLE_BEAUTIFY" val="smartTable{196428ed-193d-43d7-9e08-e7310883bbdd}"/>
  <p:tag name="TABLE_SKINIDX" val="2"/>
  <p:tag name="TABLE_ENCOLOR" val="#FFFFFF"/>
  <p:tag name="KSO_WM_UNIT_VALUE" val="1285*2196"/>
  <p:tag name="KSO_WM_UNIT_HIGHLIGHT" val="0"/>
  <p:tag name="KSO_WM_UNIT_COMPATIBLE" val="0"/>
  <p:tag name="KSO_WM_UNIT_DIAGRAM_ISNUMVISUAL" val="0"/>
  <p:tag name="KSO_WM_UNIT_DIAGRAM_ISREFERUNIT" val="0"/>
  <p:tag name="KSO_WM_UNIT_TYPE" val="β"/>
  <p:tag name="KSO_WM_UNIT_INDEX" val="1"/>
  <p:tag name="KSO_WM_UNIT_ID" val="mixed20203991_1*β*1"/>
  <p:tag name="KSO_WM_TEMPLATE_CATEGORY" val="mixed"/>
  <p:tag name="KSO_WM_TEMPLATE_INDEX" val="20203991"/>
  <p:tag name="KSO_WM_UNIT_LAYERLEVEL" val="1"/>
  <p:tag name="KSO_WM_TAG_VERSION" val="1.0"/>
  <p:tag name="KSO_WM_BEAUTIFY_FLAG" val="#wm#"/>
  <p:tag name="TABLE_ENDDRAG_ORIGIN_RECT" val="854*55"/>
  <p:tag name="TABLE_ENDDRAG_RECT" val="63*468*854*55"/>
</p:tagLst>
</file>

<file path=ppt/tags/tag30.xml><?xml version="1.0" encoding="utf-8"?>
<p:tagLst xmlns:p="http://schemas.openxmlformats.org/presentationml/2006/main">
  <p:tag name="TABLE_ENDDRAG_ORIGIN_RECT" val="167*27"/>
  <p:tag name="TABLE_ENDDRAG_RECT" val="561*26*167*27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32.xml><?xml version="1.0" encoding="utf-8"?>
<p:tagLst xmlns:p="http://schemas.openxmlformats.org/presentationml/2006/main">
  <p:tag name="KSO_WM_UNIT_TABLE_BEAUTIFY" val="smartTable{c0c84d42-0046-474b-bb9d-98bf5ae02504}"/>
  <p:tag name="TABLE_ENDDRAG_ORIGIN_RECT" val="854*321"/>
  <p:tag name="TABLE_ENDDRAG_RECT" val="36*114*854*321"/>
</p:tagLst>
</file>

<file path=ppt/tags/tag33.xml><?xml version="1.0" encoding="utf-8"?>
<p:tagLst xmlns:p="http://schemas.openxmlformats.org/presentationml/2006/main">
  <p:tag name="commondata" val="eyJoZGlkIjoiN2ZlMjYwNzY5YTUxN2VlYWI0M2RiY2RjY2ZiODgyYzMifQ=="/>
</p:tagLst>
</file>

<file path=ppt/theme/theme1.xml><?xml version="1.0" encoding="utf-8"?>
<a:theme xmlns:a="http://schemas.openxmlformats.org/drawingml/2006/main" name="泰康保险集团">
  <a:themeElements>
    <a:clrScheme name="泰康V3">
      <a:dk1>
        <a:srgbClr val="000000"/>
      </a:dk1>
      <a:lt1>
        <a:srgbClr val="FFFFFF"/>
      </a:lt1>
      <a:dk2>
        <a:srgbClr val="7F7F7F"/>
      </a:dk2>
      <a:lt2>
        <a:srgbClr val="F0F0F0"/>
      </a:lt2>
      <a:accent1>
        <a:srgbClr val="EE7700"/>
      </a:accent1>
      <a:accent2>
        <a:srgbClr val="FABE00"/>
      </a:accent2>
      <a:accent3>
        <a:srgbClr val="1D2B83"/>
      </a:accent3>
      <a:accent4>
        <a:srgbClr val="0091DB"/>
      </a:accent4>
      <a:accent5>
        <a:srgbClr val="3B9C96"/>
      </a:accent5>
      <a:accent6>
        <a:srgbClr val="AACE1D"/>
      </a:accent6>
      <a:hlink>
        <a:srgbClr val="D70D19"/>
      </a:hlink>
      <a:folHlink>
        <a:srgbClr val="D9D9D9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1271</Words>
  <Application>WPS 演示</Application>
  <PresentationFormat>宽屏</PresentationFormat>
  <Paragraphs>378</Paragraphs>
  <Slides>15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黑体</vt:lpstr>
      <vt:lpstr>Arial Unicode MS</vt:lpstr>
      <vt:lpstr>华文楷体</vt:lpstr>
      <vt:lpstr>鍗庢枃妤蜂綋</vt:lpstr>
      <vt:lpstr>幼圆</vt:lpstr>
      <vt:lpstr>楷体</vt:lpstr>
      <vt:lpstr>Calibri</vt:lpstr>
      <vt:lpstr>CYuenGB-Xbold-U</vt:lpstr>
      <vt:lpstr>Arial Unicode MS</vt:lpstr>
      <vt:lpstr>Segoe Print</vt:lpstr>
      <vt:lpstr>泰康保险集团</vt:lpstr>
      <vt:lpstr>泰康保险大厦 Taikang Insurance Tower</vt:lpstr>
      <vt:lpstr>01 泰康保险大厦-区位</vt:lpstr>
      <vt:lpstr>02 泰康保险大厦-项目介绍</vt:lpstr>
      <vt:lpstr>03 泰康保险大厦-平面图及分割方案</vt:lpstr>
      <vt:lpstr>04 泰康保险大厦-标准单元/洗手间实景图</vt:lpstr>
      <vt:lpstr>05 泰康保险大厦-空置面积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可租精装房源-21F 444.77㎡</vt:lpstr>
      <vt:lpstr>PowerPoint 演示文稿</vt:lpstr>
      <vt:lpstr> 泰康保险大厦-佣金政策</vt:lpstr>
      <vt:lpstr>Thank you 感谢观看！  联系方式 ：Annie  15021149003</vt:lpstr>
    </vt:vector>
  </TitlesOfParts>
  <Company>Tkhealthcare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Puyuan Zhong</dc:creator>
  <cp:lastModifiedBy>pengwj10</cp:lastModifiedBy>
  <cp:revision>676</cp:revision>
  <dcterms:created xsi:type="dcterms:W3CDTF">2022-06-02T03:04:00Z</dcterms:created>
  <dcterms:modified xsi:type="dcterms:W3CDTF">2026-08-18T07:10:47Z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2052-11.8.2.12118</vt:lpwstr>
  </property>
  <property fmtid="{D5CDD505-2E9C-101B-9397-08002B2CF9AE}" pid="3" name="ICV">
    <vt:lpwstr>F2D88D1401DB4306AB944F0357C30737</vt:lpwstr>
  </property>
</Properties>
</file>